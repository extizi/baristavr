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24387048" cy="13716000"/>
  <p:notesSz cx="13716000" cy="2438704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sv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svg"/><Relationship Id="rId11" Type="http://schemas.openxmlformats.org/officeDocument/2006/relationships/image" Target="../media/image-1-11.png"/><Relationship Id="rId12" Type="http://schemas.openxmlformats.org/officeDocument/2006/relationships/image" Target="../media/image-1-12.svg"/><Relationship Id="rId13" Type="http://schemas.openxmlformats.org/officeDocument/2006/relationships/slideLayout" Target="../slideLayouts/slideLayout1.xml"/><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image" Target="../media/image-2-8.png"/><Relationship Id="rId9" Type="http://schemas.openxmlformats.org/officeDocument/2006/relationships/image" Target="../media/image-2-9.svg"/><Relationship Id="rId10" Type="http://schemas.openxmlformats.org/officeDocument/2006/relationships/image" Target="../media/image-2-10.png"/><Relationship Id="rId11" Type="http://schemas.openxmlformats.org/officeDocument/2006/relationships/image" Target="../media/image-2-11.svg"/><Relationship Id="rId12" Type="http://schemas.openxmlformats.org/officeDocument/2006/relationships/slideLayout" Target="../slideLayouts/slideLayout1.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image" Target="../media/image-5-8.png"/><Relationship Id="rId9" Type="http://schemas.openxmlformats.org/officeDocument/2006/relationships/image" Target="../media/image-5-9.svg"/><Relationship Id="rId10" Type="http://schemas.openxmlformats.org/officeDocument/2006/relationships/image" Target="../media/image-5-10.png"/><Relationship Id="rId11" Type="http://schemas.openxmlformats.org/officeDocument/2006/relationships/image" Target="../media/image-5-11.sv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slideLayout" Target="../slideLayouts/slideLayout1.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sv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1.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svg"/><Relationship Id="rId6" Type="http://schemas.openxmlformats.org/officeDocument/2006/relationships/image" Target="../media/image-11-6.png"/><Relationship Id="rId7" Type="http://schemas.openxmlformats.org/officeDocument/2006/relationships/image" Target="../media/image-11-7.svg"/><Relationship Id="rId8" Type="http://schemas.openxmlformats.org/officeDocument/2006/relationships/image" Target="../media/image-11-8.png"/><Relationship Id="rId9" Type="http://schemas.openxmlformats.org/officeDocument/2006/relationships/image" Target="../media/image-11-9.sv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sv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sv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svg"/><Relationship Id="rId6" Type="http://schemas.openxmlformats.org/officeDocument/2006/relationships/image" Target="../media/image-14-6.png"/><Relationship Id="rId7" Type="http://schemas.openxmlformats.org/officeDocument/2006/relationships/image" Target="../media/image-14-7.svg"/><Relationship Id="rId8" Type="http://schemas.openxmlformats.org/officeDocument/2006/relationships/image" Target="../media/image-14-8.png"/><Relationship Id="rId9" Type="http://schemas.openxmlformats.org/officeDocument/2006/relationships/image" Target="../media/image-14-9.svg"/><Relationship Id="rId10" Type="http://schemas.openxmlformats.org/officeDocument/2006/relationships/image" Target="../media/image-14-10.png"/><Relationship Id="rId11" Type="http://schemas.openxmlformats.org/officeDocument/2006/relationships/image" Target="../media/image-14-11.svg"/><Relationship Id="rId12" Type="http://schemas.openxmlformats.org/officeDocument/2006/relationships/image" Target="../media/image-14-12.png"/><Relationship Id="rId13" Type="http://schemas.openxmlformats.org/officeDocument/2006/relationships/image" Target="../media/image-14-13.svg"/><Relationship Id="rId14" Type="http://schemas.openxmlformats.org/officeDocument/2006/relationships/image" Target="../media/image-14-14.png"/><Relationship Id="rId15" Type="http://schemas.openxmlformats.org/officeDocument/2006/relationships/image" Target="../media/image-14-15.svg"/><Relationship Id="rId16" Type="http://schemas.openxmlformats.org/officeDocument/2006/relationships/image" Target="../media/image-14-16.png"/><Relationship Id="rId17" Type="http://schemas.openxmlformats.org/officeDocument/2006/relationships/image" Target="../media/image-14-17.svg"/><Relationship Id="rId18" Type="http://schemas.openxmlformats.org/officeDocument/2006/relationships/image" Target="../media/image-14-18.png"/><Relationship Id="rId19" Type="http://schemas.openxmlformats.org/officeDocument/2006/relationships/image" Target="../media/image-14-19.svg"/><Relationship Id="rId20" Type="http://schemas.openxmlformats.org/officeDocument/2006/relationships/image" Target="../media/image-14-20.png"/><Relationship Id="rId21" Type="http://schemas.openxmlformats.org/officeDocument/2006/relationships/image" Target="../media/image-14-21.svg"/><Relationship Id="rId22" Type="http://schemas.openxmlformats.org/officeDocument/2006/relationships/image" Target="../media/image-14-22.png"/><Relationship Id="rId23" Type="http://schemas.openxmlformats.org/officeDocument/2006/relationships/image" Target="../media/image-14-23.svg"/><Relationship Id="rId24" Type="http://schemas.openxmlformats.org/officeDocument/2006/relationships/image" Target="../media/image-14-24.png"/><Relationship Id="rId25" Type="http://schemas.openxmlformats.org/officeDocument/2006/relationships/image" Target="../media/image-14-25.svg"/><Relationship Id="rId26" Type="http://schemas.openxmlformats.org/officeDocument/2006/relationships/image" Target="../media/image-14-26.png"/><Relationship Id="rId27" Type="http://schemas.openxmlformats.org/officeDocument/2006/relationships/image" Target="../media/image-14-27.svg"/><Relationship Id="rId28" Type="http://schemas.openxmlformats.org/officeDocument/2006/relationships/image" Target="../media/image-14-28.png"/><Relationship Id="rId29" Type="http://schemas.openxmlformats.org/officeDocument/2006/relationships/image" Target="../media/image-14-29.svg"/><Relationship Id="rId30" Type="http://schemas.openxmlformats.org/officeDocument/2006/relationships/image" Target="../media/image-14-30.png"/><Relationship Id="rId31" Type="http://schemas.openxmlformats.org/officeDocument/2006/relationships/image" Target="../media/image-14-31.svg"/><Relationship Id="rId32" Type="http://schemas.openxmlformats.org/officeDocument/2006/relationships/image" Target="../media/image-14-32.png"/><Relationship Id="rId33" Type="http://schemas.openxmlformats.org/officeDocument/2006/relationships/image" Target="../media/image-14-33.svg"/><Relationship Id="rId34" Type="http://schemas.openxmlformats.org/officeDocument/2006/relationships/image" Target="../media/image-14-34.png"/><Relationship Id="rId35" Type="http://schemas.openxmlformats.org/officeDocument/2006/relationships/image" Target="../media/image-14-35.svg"/><Relationship Id="rId36" Type="http://schemas.openxmlformats.org/officeDocument/2006/relationships/image" Target="../media/image-14-36.png"/><Relationship Id="rId37" Type="http://schemas.openxmlformats.org/officeDocument/2006/relationships/image" Target="../media/image-14-37.svg"/><Relationship Id="rId38" Type="http://schemas.openxmlformats.org/officeDocument/2006/relationships/image" Target="../media/image-14-38.png"/><Relationship Id="rId39" Type="http://schemas.openxmlformats.org/officeDocument/2006/relationships/image" Target="../media/image-14-39.svg"/><Relationship Id="rId40" Type="http://schemas.openxmlformats.org/officeDocument/2006/relationships/image" Target="../media/image-14-40.png"/><Relationship Id="rId41" Type="http://schemas.openxmlformats.org/officeDocument/2006/relationships/image" Target="../media/image-14-41.svg"/><Relationship Id="rId42" Type="http://schemas.openxmlformats.org/officeDocument/2006/relationships/image" Target="../media/image-14-42.png"/><Relationship Id="rId43" Type="http://schemas.openxmlformats.org/officeDocument/2006/relationships/image" Target="../media/image-14-43.svg"/><Relationship Id="rId44" Type="http://schemas.openxmlformats.org/officeDocument/2006/relationships/image" Target="../media/image-14-44.png"/><Relationship Id="rId45" Type="http://schemas.openxmlformats.org/officeDocument/2006/relationships/image" Target="../media/image-14-45.svg"/><Relationship Id="rId46" Type="http://schemas.openxmlformats.org/officeDocument/2006/relationships/image" Target="../media/image-14-46.png"/><Relationship Id="rId47" Type="http://schemas.openxmlformats.org/officeDocument/2006/relationships/image" Target="../media/image-14-47.svg"/><Relationship Id="rId48" Type="http://schemas.openxmlformats.org/officeDocument/2006/relationships/image" Target="../media/image-14-48.png"/><Relationship Id="rId49" Type="http://schemas.openxmlformats.org/officeDocument/2006/relationships/image" Target="../media/image-14-49.png"/><Relationship Id="rId50" Type="http://schemas.openxmlformats.org/officeDocument/2006/relationships/slideLayout" Target="../slideLayouts/slideLayout1.xml"/><Relationship Id="rId5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svg"/><Relationship Id="rId6" Type="http://schemas.openxmlformats.org/officeDocument/2006/relationships/image" Target="../media/image-15-6.png"/><Relationship Id="rId7" Type="http://schemas.openxmlformats.org/officeDocument/2006/relationships/image" Target="../media/image-15-7.svg"/><Relationship Id="rId8" Type="http://schemas.openxmlformats.org/officeDocument/2006/relationships/image" Target="../media/image-15-8.png"/><Relationship Id="rId9" Type="http://schemas.openxmlformats.org/officeDocument/2006/relationships/image" Target="../media/image-15-9.sv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sv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sv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svg"/><Relationship Id="rId9" Type="http://schemas.openxmlformats.org/officeDocument/2006/relationships/image" Target="../media/image-18-9.png"/><Relationship Id="rId10" Type="http://schemas.openxmlformats.org/officeDocument/2006/relationships/image" Target="../media/image-18-10.sv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svg"/><Relationship Id="rId14" Type="http://schemas.openxmlformats.org/officeDocument/2006/relationships/image" Target="../media/image-18-14.png"/><Relationship Id="rId15" Type="http://schemas.openxmlformats.org/officeDocument/2006/relationships/image" Target="../media/image-18-15.svg"/><Relationship Id="rId16" Type="http://schemas.openxmlformats.org/officeDocument/2006/relationships/image" Target="../media/image-18-16.png"/><Relationship Id="rId17" Type="http://schemas.openxmlformats.org/officeDocument/2006/relationships/image" Target="../media/image-18-17.png"/><Relationship Id="rId18" Type="http://schemas.openxmlformats.org/officeDocument/2006/relationships/image" Target="../media/image-18-18.svg"/><Relationship Id="rId19" Type="http://schemas.openxmlformats.org/officeDocument/2006/relationships/image" Target="../media/image-18-19.png"/><Relationship Id="rId20" Type="http://schemas.openxmlformats.org/officeDocument/2006/relationships/image" Target="../media/image-18-20.svg"/><Relationship Id="rId21" Type="http://schemas.openxmlformats.org/officeDocument/2006/relationships/image" Target="../media/image-18-21.png"/><Relationship Id="rId22" Type="http://schemas.openxmlformats.org/officeDocument/2006/relationships/image" Target="../media/image-18-22.png"/><Relationship Id="rId23" Type="http://schemas.openxmlformats.org/officeDocument/2006/relationships/image" Target="../media/image-18-23.svg"/><Relationship Id="rId24" Type="http://schemas.openxmlformats.org/officeDocument/2006/relationships/image" Target="../media/image-18-24.png"/><Relationship Id="rId25" Type="http://schemas.openxmlformats.org/officeDocument/2006/relationships/image" Target="../media/image-18-25.svg"/><Relationship Id="rId26" Type="http://schemas.openxmlformats.org/officeDocument/2006/relationships/slideLayout" Target="../slideLayouts/slideLayout1.xml"/><Relationship Id="rId2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6" Type="http://schemas.openxmlformats.org/officeDocument/2006/relationships/hyperlink" Target="https://unsplash.com/" TargetMode="External"/><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9D7C2"/>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8589467" cy="8149486"/>
          </a:xfrm>
          <a:prstGeom prst="rect">
            <a:avLst/>
          </a:prstGeom>
        </p:spPr>
      </p:pic>
      <p:pic>
        <p:nvPicPr>
          <p:cNvPr id="3" name="Image 1" descr=" ">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014074" y="5948870"/>
            <a:ext cx="7372974" cy="7767130"/>
          </a:xfrm>
          <a:prstGeom prst="rect">
            <a:avLst/>
          </a:prstGeom>
        </p:spPr>
      </p:pic>
      <p:pic>
        <p:nvPicPr>
          <p:cNvPr id="4" name="Image 2" descr=" ">    </p:cNvPr>
          <p:cNvPicPr>
            <a:picLocks noChangeAspect="1"/>
          </p:cNvPicPr>
          <p:nvPr/>
        </p:nvPicPr>
        <p:blipFill>
          <a:blip r:embed="rId5"/>
          <a:stretch>
            <a:fillRect/>
          </a:stretch>
        </p:blipFill>
        <p:spPr>
          <a:xfrm>
            <a:off x="12193524" y="9474200"/>
            <a:ext cx="2591124" cy="3309407"/>
          </a:xfrm>
          <a:prstGeom prst="rect">
            <a:avLst/>
          </a:prstGeom>
        </p:spPr>
      </p:pic>
      <p:pic>
        <p:nvPicPr>
          <p:cNvPr id="5" name="Image 3" descr=" ">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40905" y="533400"/>
            <a:ext cx="2192565" cy="2605125"/>
          </a:xfrm>
          <a:prstGeom prst="rect">
            <a:avLst/>
          </a:prstGeom>
        </p:spPr>
      </p:pic>
      <p:sp>
        <p:nvSpPr>
          <p:cNvPr id="6" name="Text 0"/>
          <p:cNvSpPr/>
          <p:nvPr/>
        </p:nvSpPr>
        <p:spPr>
          <a:xfrm>
            <a:off x="7938492" y="3721100"/>
            <a:ext cx="9526191" cy="5384800"/>
          </a:xfrm>
          <a:prstGeom prst="rect">
            <a:avLst/>
          </a:prstGeom>
          <a:noFill/>
          <a:ln/>
        </p:spPr>
        <p:txBody>
          <a:bodyPr wrap="square" lIns="0" tIns="0" rIns="0" bIns="0" rtlCol="0" anchor="t"/>
          <a:lstStyle/>
          <a:p>
            <a:pPr algn="l" indent="0" marL="0">
              <a:buNone/>
            </a:pPr>
            <a:r>
              <a:rPr lang="en-US" sz="24000" dirty="0">
                <a:solidFill>
                  <a:srgbClr val="272727">
                    <a:alpha val="100000"/>
                  </a:srgbClr>
                </a:solidFill>
                <a:latin typeface="Teko Bold" pitchFamily="34" charset="0"/>
                <a:ea typeface="Teko Bold" pitchFamily="34" charset="-122"/>
                <a:cs typeface="Teko Bold" pitchFamily="34" charset="-120"/>
              </a:rPr>
              <a:t>COFFEE</a:t>
            </a:r>
            <a:endParaRPr lang="en-US" sz="24000" dirty="0"/>
          </a:p>
        </p:txBody>
      </p:sp>
      <p:sp>
        <p:nvSpPr>
          <p:cNvPr id="7" name="Text 1"/>
          <p:cNvSpPr/>
          <p:nvPr/>
        </p:nvSpPr>
        <p:spPr>
          <a:xfrm>
            <a:off x="6769946" y="7429500"/>
            <a:ext cx="11130825" cy="1248833"/>
          </a:xfrm>
          <a:prstGeom prst="rect">
            <a:avLst/>
          </a:prstGeom>
          <a:noFill/>
          <a:ln/>
        </p:spPr>
        <p:txBody>
          <a:bodyPr wrap="square" lIns="0" tIns="0" rIns="0" bIns="0" rtlCol="0" anchor="t"/>
          <a:lstStyle/>
          <a:p>
            <a:pPr algn="l" indent="0" marL="0">
              <a:buNone/>
            </a:pPr>
            <a:r>
              <a:rPr lang="en-US" sz="6400" spc="256" kern="0" dirty="0">
                <a:solidFill>
                  <a:srgbClr val="3D261A">
                    <a:alpha val="100000"/>
                  </a:srgbClr>
                </a:solidFill>
                <a:latin typeface="Lato Bold" pitchFamily="34" charset="0"/>
                <a:ea typeface="Lato Bold" pitchFamily="34" charset="-122"/>
                <a:cs typeface="Lato Bold" pitchFamily="34" charset="-120"/>
              </a:rPr>
              <a:t>Free Presentation Template</a:t>
            </a:r>
            <a:endParaRPr lang="en-US" sz="6400" dirty="0"/>
          </a:p>
        </p:txBody>
      </p:sp>
      <p:sp>
        <p:nvSpPr>
          <p:cNvPr id="8" name="Shape 2"/>
          <p:cNvSpPr/>
          <p:nvPr/>
        </p:nvSpPr>
        <p:spPr>
          <a:xfrm>
            <a:off x="23370921" y="10515600"/>
            <a:ext cx="1016127" cy="3200400"/>
          </a:xfrm>
          <a:prstGeom prst="rect">
            <a:avLst/>
          </a:prstGeom>
          <a:noFill/>
          <a:ln/>
        </p:spPr>
      </p:sp>
      <p:pic>
        <p:nvPicPr>
          <p:cNvPr id="9" name="Image 4" descr=" ">    </p:cNvPr>
          <p:cNvPicPr>
            <a:picLocks noChangeAspect="1"/>
          </p:cNvPicPr>
          <p:nvPr/>
        </p:nvPicPr>
        <p:blipFill>
          <a:blip r:embed="rId8"/>
          <a:stretch>
            <a:fillRect/>
          </a:stretch>
        </p:blipFill>
        <p:spPr>
          <a:xfrm>
            <a:off x="23523340" y="10820400"/>
            <a:ext cx="711289" cy="2590800"/>
          </a:xfrm>
          <a:prstGeom prst="rect">
            <a:avLst/>
          </a:prstGeom>
        </p:spPr>
      </p:pic>
      <p:pic>
        <p:nvPicPr>
          <p:cNvPr id="10" name="Image 5" descr=" ">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22578" y="7785100"/>
            <a:ext cx="6325391" cy="5626100"/>
          </a:xfrm>
          <a:prstGeom prst="rect">
            <a:avLst/>
          </a:prstGeom>
        </p:spPr>
      </p:pic>
      <p:pic>
        <p:nvPicPr>
          <p:cNvPr id="11" name="Image 6" descr=" ">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8557019" y="1841500"/>
            <a:ext cx="3931631" cy="42766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D261A"/>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318115" y="0"/>
            <a:ext cx="9068933" cy="7315202"/>
          </a:xfrm>
          <a:prstGeom prst="rect">
            <a:avLst/>
          </a:prstGeom>
        </p:spPr>
      </p:pic>
      <p:pic>
        <p:nvPicPr>
          <p:cNvPr id="3" name="Image 1" descr=" ">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7988502"/>
            <a:ext cx="7049381" cy="5727498"/>
          </a:xfrm>
          <a:prstGeom prst="rect">
            <a:avLst/>
          </a:prstGeom>
        </p:spPr>
      </p:pic>
      <p:sp>
        <p:nvSpPr>
          <p:cNvPr id="4" name="Shape 0"/>
          <p:cNvSpPr/>
          <p:nvPr/>
        </p:nvSpPr>
        <p:spPr>
          <a:xfrm>
            <a:off x="23370921" y="10515600"/>
            <a:ext cx="1016127" cy="3200400"/>
          </a:xfrm>
          <a:prstGeom prst="rect">
            <a:avLst/>
          </a:prstGeom>
          <a:noFill/>
          <a:ln/>
        </p:spPr>
      </p:sp>
      <p:pic>
        <p:nvPicPr>
          <p:cNvPr id="5" name="Image 2" descr=" ">    </p:cNvPr>
          <p:cNvPicPr>
            <a:picLocks noChangeAspect="1"/>
          </p:cNvPicPr>
          <p:nvPr/>
        </p:nvPicPr>
        <p:blipFill>
          <a:blip r:embed="rId5"/>
          <a:stretch>
            <a:fillRect/>
          </a:stretch>
        </p:blipFill>
        <p:spPr>
          <a:xfrm>
            <a:off x="23523340" y="10820400"/>
            <a:ext cx="711289" cy="2590800"/>
          </a:xfrm>
          <a:prstGeom prst="rect">
            <a:avLst/>
          </a:prstGeom>
        </p:spPr>
      </p:pic>
      <p:pic>
        <p:nvPicPr>
          <p:cNvPr id="6" name="Image 3" descr=" ">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806669" y="9994570"/>
            <a:ext cx="2671709" cy="3413288"/>
          </a:xfrm>
          <a:prstGeom prst="rect">
            <a:avLst/>
          </a:prstGeom>
        </p:spPr>
      </p:pic>
      <p:pic>
        <p:nvPicPr>
          <p:cNvPr id="7" name="Image 4" descr=" ">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11489" y="1104900"/>
            <a:ext cx="4078149" cy="4844990"/>
          </a:xfrm>
          <a:prstGeom prst="rect">
            <a:avLst/>
          </a:prstGeom>
        </p:spPr>
      </p:pic>
      <p:pic>
        <p:nvPicPr>
          <p:cNvPr id="8" name="Image 5" descr=" ">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45143" y="9118600"/>
            <a:ext cx="6325391" cy="4597400"/>
          </a:xfrm>
          <a:prstGeom prst="rect">
            <a:avLst/>
          </a:prstGeom>
        </p:spPr>
      </p:pic>
      <p:sp>
        <p:nvSpPr>
          <p:cNvPr id="9" name="Text 1"/>
          <p:cNvSpPr/>
          <p:nvPr/>
        </p:nvSpPr>
        <p:spPr>
          <a:xfrm>
            <a:off x="8810668" y="4394200"/>
            <a:ext cx="6778414" cy="2865967"/>
          </a:xfrm>
          <a:prstGeom prst="rect">
            <a:avLst/>
          </a:prstGeom>
          <a:noFill/>
          <a:ln/>
        </p:spPr>
        <p:txBody>
          <a:bodyPr wrap="square" lIns="0" tIns="0" rIns="0" bIns="0" rtlCol="0" anchor="t"/>
          <a:lstStyle/>
          <a:p>
            <a:pPr algn="ctr" indent="0" marL="0">
              <a:buNone/>
            </a:pPr>
            <a:r>
              <a:rPr lang="en-US" sz="12800" dirty="0">
                <a:solidFill>
                  <a:srgbClr val="E9D7C2">
                    <a:alpha val="100000"/>
                  </a:srgbClr>
                </a:solidFill>
                <a:latin typeface="Teko Bold" pitchFamily="34" charset="0"/>
                <a:ea typeface="Teko Bold" pitchFamily="34" charset="-122"/>
                <a:cs typeface="Teko Bold" pitchFamily="34" charset="-120"/>
              </a:rPr>
              <a:t>WELCOME</a:t>
            </a:r>
            <a:endParaRPr lang="en-US" sz="12800" dirty="0"/>
          </a:p>
        </p:txBody>
      </p:sp>
      <p:sp>
        <p:nvSpPr>
          <p:cNvPr id="10" name="Text 2"/>
          <p:cNvSpPr/>
          <p:nvPr/>
        </p:nvSpPr>
        <p:spPr>
          <a:xfrm>
            <a:off x="5000192" y="6921500"/>
            <a:ext cx="14399366" cy="2065867"/>
          </a:xfrm>
          <a:prstGeom prst="rect">
            <a:avLst/>
          </a:prstGeom>
          <a:noFill/>
          <a:ln/>
        </p:spPr>
        <p:txBody>
          <a:bodyPr wrap="square" lIns="0" tIns="0" rIns="0" bIns="0" rtlCol="0" anchor="t"/>
          <a:lstStyle/>
          <a:p>
            <a:pPr algn="ctr" indent="0" marL="0">
              <a:spcAft>
                <a:spcPts val="8000"/>
              </a:spcAft>
              <a:buNone/>
            </a:pPr>
            <a:r>
              <a:rPr lang="en-US" sz="3200" dirty="0">
                <a:solidFill>
                  <a:srgbClr val="E9D7C2">
                    <a:alpha val="100000"/>
                  </a:srgbClr>
                </a:solidFill>
                <a:latin typeface="Lato Regular" pitchFamily="34" charset="0"/>
                <a:ea typeface="Lato Regular" pitchFamily="34" charset="-122"/>
                <a:cs typeface="Lato Regular" pitchFamily="34" charset="-120"/>
              </a:rPr>
              <a:t>Welcome to the world of fantasy! Join us on a journey to explore the mystical creatures, enchanted lands, and magical wonders that exist beyond our reality. Discover the wonders and secrets of this exciting realm and unlock the power of imagination.</a:t>
            </a: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D7C2"/>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5356219" y="4927600"/>
            <a:ext cx="9030829" cy="8788400"/>
          </a:xfrm>
          <a:prstGeom prst="rect">
            <a:avLst/>
          </a:prstGeom>
        </p:spPr>
      </p:pic>
      <p:sp>
        <p:nvSpPr>
          <p:cNvPr id="3" name="Shape 0"/>
          <p:cNvSpPr/>
          <p:nvPr/>
        </p:nvSpPr>
        <p:spPr>
          <a:xfrm>
            <a:off x="23370921" y="10515600"/>
            <a:ext cx="1016127" cy="3200400"/>
          </a:xfrm>
          <a:prstGeom prst="rect">
            <a:avLst/>
          </a:prstGeom>
          <a:noFill/>
          <a:ln/>
        </p:spPr>
      </p:sp>
      <p:pic>
        <p:nvPicPr>
          <p:cNvPr id="4" name="Image 1" descr=" ">    </p:cNvPr>
          <p:cNvPicPr>
            <a:picLocks noChangeAspect="1"/>
          </p:cNvPicPr>
          <p:nvPr/>
        </p:nvPicPr>
        <p:blipFill>
          <a:blip r:embed="rId3"/>
          <a:stretch>
            <a:fillRect/>
          </a:stretch>
        </p:blipFill>
        <p:spPr>
          <a:xfrm>
            <a:off x="23523340" y="10820400"/>
            <a:ext cx="711289" cy="2590800"/>
          </a:xfrm>
          <a:prstGeom prst="rect">
            <a:avLst/>
          </a:prstGeom>
        </p:spPr>
      </p:pic>
      <p:pic>
        <p:nvPicPr>
          <p:cNvPr id="5" name="Image 2" descr=" ">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0"/>
            <a:ext cx="24387048" cy="13716000"/>
          </a:xfrm>
          <a:prstGeom prst="rect">
            <a:avLst/>
          </a:prstGeom>
        </p:spPr>
      </p:pic>
      <p:pic>
        <p:nvPicPr>
          <p:cNvPr id="6" name="Image 3" descr=" ">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7822" y="1866900"/>
            <a:ext cx="4369346" cy="3886200"/>
          </a:xfrm>
          <a:prstGeom prst="rect">
            <a:avLst/>
          </a:prstGeom>
        </p:spPr>
      </p:pic>
      <p:sp>
        <p:nvSpPr>
          <p:cNvPr id="7" name="Text 1"/>
          <p:cNvSpPr/>
          <p:nvPr/>
        </p:nvSpPr>
        <p:spPr>
          <a:xfrm>
            <a:off x="4801200" y="1320800"/>
            <a:ext cx="12887877" cy="2865967"/>
          </a:xfrm>
          <a:prstGeom prst="rect">
            <a:avLst/>
          </a:prstGeom>
          <a:noFill/>
          <a:ln/>
        </p:spPr>
        <p:txBody>
          <a:bodyPr wrap="square" lIns="0" tIns="0" rIns="0" bIns="0" rtlCol="0" anchor="t"/>
          <a:lstStyle/>
          <a:p>
            <a:pPr algn="l" indent="0" marL="0">
              <a:buNone/>
            </a:pPr>
            <a:r>
              <a:rPr lang="en-US" sz="12800" dirty="0">
                <a:solidFill>
                  <a:srgbClr val="272727">
                    <a:alpha val="100000"/>
                  </a:srgbClr>
                </a:solidFill>
                <a:latin typeface="Teko Bold" pitchFamily="34" charset="0"/>
                <a:ea typeface="Teko Bold" pitchFamily="34" charset="-122"/>
                <a:cs typeface="Teko Bold" pitchFamily="34" charset="-120"/>
              </a:rPr>
              <a:t>TABLE OF CONTENTS</a:t>
            </a:r>
            <a:endParaRPr lang="en-US" sz="12800" dirty="0"/>
          </a:p>
        </p:txBody>
      </p:sp>
      <p:sp>
        <p:nvSpPr>
          <p:cNvPr id="8" name="Shape 2"/>
          <p:cNvSpPr/>
          <p:nvPr/>
        </p:nvSpPr>
        <p:spPr>
          <a:xfrm>
            <a:off x="4801200" y="4051300"/>
            <a:ext cx="7316114" cy="1625600"/>
          </a:xfrm>
          <a:prstGeom prst="rect">
            <a:avLst/>
          </a:prstGeom>
          <a:noFill/>
          <a:ln/>
        </p:spPr>
      </p:sp>
      <p:sp>
        <p:nvSpPr>
          <p:cNvPr id="9" name="Shape 3"/>
          <p:cNvSpPr/>
          <p:nvPr/>
        </p:nvSpPr>
        <p:spPr>
          <a:xfrm>
            <a:off x="4801200" y="4051300"/>
            <a:ext cx="1625803" cy="1625600"/>
          </a:xfrm>
          <a:prstGeom prst="roundRect">
            <a:avLst>
              <a:gd name="adj" fmla="val 781313"/>
            </a:avLst>
          </a:prstGeom>
          <a:solidFill>
            <a:srgbClr val="3D261A">
              <a:alpha val="100000"/>
            </a:srgbClr>
          </a:solidFill>
          <a:ln/>
        </p:spPr>
      </p:sp>
      <p:sp>
        <p:nvSpPr>
          <p:cNvPr id="10" name="Text 4"/>
          <p:cNvSpPr/>
          <p:nvPr/>
        </p:nvSpPr>
        <p:spPr>
          <a:xfrm>
            <a:off x="5258457" y="4324350"/>
            <a:ext cx="711289" cy="1079500"/>
          </a:xfrm>
          <a:prstGeom prst="rect">
            <a:avLst/>
          </a:prstGeom>
          <a:noFill/>
          <a:ln/>
        </p:spPr>
        <p:txBody>
          <a:bodyPr wrap="square" lIns="0" tIns="0" rIns="0" bIns="0" rtlCol="0" anchor="ctr"/>
          <a:lstStyle/>
          <a:p>
            <a:pPr algn="ctr" indent="0" marL="0">
              <a:buNone/>
            </a:pPr>
            <a:r>
              <a:rPr lang="en-US" sz="4800" dirty="0">
                <a:solidFill>
                  <a:srgbClr val="FFFFFF">
                    <a:alpha val="100000"/>
                  </a:srgbClr>
                </a:solidFill>
                <a:latin typeface="Teko Bold" pitchFamily="34" charset="0"/>
                <a:ea typeface="Teko Bold" pitchFamily="34" charset="-122"/>
                <a:cs typeface="Teko Bold" pitchFamily="34" charset="-120"/>
              </a:rPr>
              <a:t>01</a:t>
            </a:r>
            <a:endParaRPr lang="en-US" sz="4800" dirty="0"/>
          </a:p>
        </p:txBody>
      </p:sp>
      <p:sp>
        <p:nvSpPr>
          <p:cNvPr id="11" name="Shape 5"/>
          <p:cNvSpPr/>
          <p:nvPr/>
        </p:nvSpPr>
        <p:spPr>
          <a:xfrm>
            <a:off x="6630229" y="4133850"/>
            <a:ext cx="5487086" cy="1460500"/>
          </a:xfrm>
          <a:prstGeom prst="rect">
            <a:avLst/>
          </a:prstGeom>
          <a:noFill/>
          <a:ln/>
        </p:spPr>
      </p:sp>
      <p:sp>
        <p:nvSpPr>
          <p:cNvPr id="12" name="Text 6"/>
          <p:cNvSpPr/>
          <p:nvPr/>
        </p:nvSpPr>
        <p:spPr>
          <a:xfrm>
            <a:off x="6630229" y="4133850"/>
            <a:ext cx="5690311"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INTRODUCTION</a:t>
            </a:r>
            <a:endParaRPr lang="en-US" sz="4800" dirty="0"/>
          </a:p>
        </p:txBody>
      </p:sp>
      <p:sp>
        <p:nvSpPr>
          <p:cNvPr id="13" name="Text 7"/>
          <p:cNvSpPr/>
          <p:nvPr/>
        </p:nvSpPr>
        <p:spPr>
          <a:xfrm>
            <a:off x="6630229" y="5111750"/>
            <a:ext cx="5622569" cy="6180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The Extraordinary Realm</a:t>
            </a:r>
            <a:endParaRPr lang="en-US" sz="3200" dirty="0"/>
          </a:p>
        </p:txBody>
      </p:sp>
      <p:sp>
        <p:nvSpPr>
          <p:cNvPr id="14" name="Shape 8"/>
          <p:cNvSpPr/>
          <p:nvPr/>
        </p:nvSpPr>
        <p:spPr>
          <a:xfrm>
            <a:off x="12269734" y="4051300"/>
            <a:ext cx="7316114" cy="1625600"/>
          </a:xfrm>
          <a:prstGeom prst="rect">
            <a:avLst/>
          </a:prstGeom>
          <a:noFill/>
          <a:ln/>
        </p:spPr>
      </p:sp>
      <p:sp>
        <p:nvSpPr>
          <p:cNvPr id="15" name="Shape 9"/>
          <p:cNvSpPr/>
          <p:nvPr/>
        </p:nvSpPr>
        <p:spPr>
          <a:xfrm>
            <a:off x="12269734" y="4051300"/>
            <a:ext cx="1625803" cy="1625600"/>
          </a:xfrm>
          <a:prstGeom prst="roundRect">
            <a:avLst>
              <a:gd name="adj" fmla="val 781313"/>
            </a:avLst>
          </a:prstGeom>
          <a:solidFill>
            <a:srgbClr val="3D261A">
              <a:alpha val="100000"/>
            </a:srgbClr>
          </a:solidFill>
          <a:ln/>
        </p:spPr>
      </p:sp>
      <p:sp>
        <p:nvSpPr>
          <p:cNvPr id="16" name="Text 10"/>
          <p:cNvSpPr/>
          <p:nvPr/>
        </p:nvSpPr>
        <p:spPr>
          <a:xfrm>
            <a:off x="12682535" y="4324350"/>
            <a:ext cx="800200" cy="1079500"/>
          </a:xfrm>
          <a:prstGeom prst="rect">
            <a:avLst/>
          </a:prstGeom>
          <a:noFill/>
          <a:ln/>
        </p:spPr>
        <p:txBody>
          <a:bodyPr wrap="square" lIns="0" tIns="0" rIns="0" bIns="0" rtlCol="0" anchor="ctr"/>
          <a:lstStyle/>
          <a:p>
            <a:pPr algn="ctr" indent="0" marL="0">
              <a:buNone/>
            </a:pPr>
            <a:r>
              <a:rPr lang="en-US" sz="4800" dirty="0">
                <a:solidFill>
                  <a:srgbClr val="FFFFFF">
                    <a:alpha val="100000"/>
                  </a:srgbClr>
                </a:solidFill>
                <a:latin typeface="Teko Bold" pitchFamily="34" charset="0"/>
                <a:ea typeface="Teko Bold" pitchFamily="34" charset="-122"/>
                <a:cs typeface="Teko Bold" pitchFamily="34" charset="-120"/>
              </a:rPr>
              <a:t>02</a:t>
            </a:r>
            <a:endParaRPr lang="en-US" sz="4800" dirty="0"/>
          </a:p>
        </p:txBody>
      </p:sp>
      <p:sp>
        <p:nvSpPr>
          <p:cNvPr id="17" name="Shape 11"/>
          <p:cNvSpPr/>
          <p:nvPr/>
        </p:nvSpPr>
        <p:spPr>
          <a:xfrm>
            <a:off x="14098762" y="4133850"/>
            <a:ext cx="5487086" cy="1460500"/>
          </a:xfrm>
          <a:prstGeom prst="rect">
            <a:avLst/>
          </a:prstGeom>
          <a:noFill/>
          <a:ln/>
        </p:spPr>
      </p:sp>
      <p:sp>
        <p:nvSpPr>
          <p:cNvPr id="18" name="Text 12"/>
          <p:cNvSpPr/>
          <p:nvPr/>
        </p:nvSpPr>
        <p:spPr>
          <a:xfrm>
            <a:off x="14098762" y="4133850"/>
            <a:ext cx="5690311"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ENCOUNTERS</a:t>
            </a:r>
            <a:endParaRPr lang="en-US" sz="4800" dirty="0"/>
          </a:p>
        </p:txBody>
      </p:sp>
      <p:sp>
        <p:nvSpPr>
          <p:cNvPr id="19" name="Text 13"/>
          <p:cNvSpPr/>
          <p:nvPr/>
        </p:nvSpPr>
        <p:spPr>
          <a:xfrm>
            <a:off x="14098762" y="5111750"/>
            <a:ext cx="5622569" cy="6180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Unicorn Sightings</a:t>
            </a:r>
            <a:endParaRPr lang="en-US" sz="3200" dirty="0"/>
          </a:p>
        </p:txBody>
      </p:sp>
      <p:sp>
        <p:nvSpPr>
          <p:cNvPr id="20" name="Shape 14"/>
          <p:cNvSpPr/>
          <p:nvPr/>
        </p:nvSpPr>
        <p:spPr>
          <a:xfrm>
            <a:off x="4801200" y="7035800"/>
            <a:ext cx="7316114" cy="1625600"/>
          </a:xfrm>
          <a:prstGeom prst="rect">
            <a:avLst/>
          </a:prstGeom>
          <a:noFill/>
          <a:ln/>
        </p:spPr>
      </p:sp>
      <p:sp>
        <p:nvSpPr>
          <p:cNvPr id="21" name="Shape 15"/>
          <p:cNvSpPr/>
          <p:nvPr/>
        </p:nvSpPr>
        <p:spPr>
          <a:xfrm>
            <a:off x="4801200" y="7035800"/>
            <a:ext cx="1625803" cy="1625600"/>
          </a:xfrm>
          <a:prstGeom prst="roundRect">
            <a:avLst>
              <a:gd name="adj" fmla="val 781313"/>
            </a:avLst>
          </a:prstGeom>
          <a:solidFill>
            <a:srgbClr val="3D261A">
              <a:alpha val="100000"/>
            </a:srgbClr>
          </a:solidFill>
          <a:ln/>
        </p:spPr>
      </p:sp>
      <p:sp>
        <p:nvSpPr>
          <p:cNvPr id="22" name="Text 16"/>
          <p:cNvSpPr/>
          <p:nvPr/>
        </p:nvSpPr>
        <p:spPr>
          <a:xfrm>
            <a:off x="5214002" y="7308850"/>
            <a:ext cx="800200" cy="1079500"/>
          </a:xfrm>
          <a:prstGeom prst="rect">
            <a:avLst/>
          </a:prstGeom>
          <a:noFill/>
          <a:ln/>
        </p:spPr>
        <p:txBody>
          <a:bodyPr wrap="square" lIns="0" tIns="0" rIns="0" bIns="0" rtlCol="0" anchor="ctr"/>
          <a:lstStyle/>
          <a:p>
            <a:pPr algn="ctr" indent="0" marL="0">
              <a:buNone/>
            </a:pPr>
            <a:r>
              <a:rPr lang="en-US" sz="4800" dirty="0">
                <a:solidFill>
                  <a:srgbClr val="FFFFFF">
                    <a:alpha val="100000"/>
                  </a:srgbClr>
                </a:solidFill>
                <a:latin typeface="Teko Bold" pitchFamily="34" charset="0"/>
                <a:ea typeface="Teko Bold" pitchFamily="34" charset="-122"/>
                <a:cs typeface="Teko Bold" pitchFamily="34" charset="-120"/>
              </a:rPr>
              <a:t>03</a:t>
            </a:r>
            <a:endParaRPr lang="en-US" sz="4800" dirty="0"/>
          </a:p>
        </p:txBody>
      </p:sp>
      <p:sp>
        <p:nvSpPr>
          <p:cNvPr id="23" name="Shape 17"/>
          <p:cNvSpPr/>
          <p:nvPr/>
        </p:nvSpPr>
        <p:spPr>
          <a:xfrm>
            <a:off x="6630229" y="7118350"/>
            <a:ext cx="5487086" cy="1460500"/>
          </a:xfrm>
          <a:prstGeom prst="rect">
            <a:avLst/>
          </a:prstGeom>
          <a:noFill/>
          <a:ln/>
        </p:spPr>
      </p:sp>
      <p:sp>
        <p:nvSpPr>
          <p:cNvPr id="24" name="Text 18"/>
          <p:cNvSpPr/>
          <p:nvPr/>
        </p:nvSpPr>
        <p:spPr>
          <a:xfrm>
            <a:off x="6630229" y="7118350"/>
            <a:ext cx="5690311"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WONDERS</a:t>
            </a:r>
            <a:endParaRPr lang="en-US" sz="4800" dirty="0"/>
          </a:p>
        </p:txBody>
      </p:sp>
      <p:sp>
        <p:nvSpPr>
          <p:cNvPr id="25" name="Text 19"/>
          <p:cNvSpPr/>
          <p:nvPr/>
        </p:nvSpPr>
        <p:spPr>
          <a:xfrm>
            <a:off x="6630229" y="8096250"/>
            <a:ext cx="5622569" cy="6180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Wishes Granted</a:t>
            </a:r>
            <a:endParaRPr lang="en-US" sz="3200" dirty="0"/>
          </a:p>
        </p:txBody>
      </p:sp>
      <p:sp>
        <p:nvSpPr>
          <p:cNvPr id="26" name="Shape 20"/>
          <p:cNvSpPr/>
          <p:nvPr/>
        </p:nvSpPr>
        <p:spPr>
          <a:xfrm>
            <a:off x="12269734" y="7035800"/>
            <a:ext cx="7316114" cy="1625600"/>
          </a:xfrm>
          <a:prstGeom prst="rect">
            <a:avLst/>
          </a:prstGeom>
          <a:noFill/>
          <a:ln/>
        </p:spPr>
      </p:sp>
      <p:sp>
        <p:nvSpPr>
          <p:cNvPr id="27" name="Shape 21"/>
          <p:cNvSpPr/>
          <p:nvPr/>
        </p:nvSpPr>
        <p:spPr>
          <a:xfrm>
            <a:off x="12269734" y="7035800"/>
            <a:ext cx="1625803" cy="1625600"/>
          </a:xfrm>
          <a:prstGeom prst="roundRect">
            <a:avLst>
              <a:gd name="adj" fmla="val 781313"/>
            </a:avLst>
          </a:prstGeom>
          <a:solidFill>
            <a:srgbClr val="3D261A">
              <a:alpha val="100000"/>
            </a:srgbClr>
          </a:solidFill>
          <a:ln/>
        </p:spPr>
      </p:sp>
      <p:sp>
        <p:nvSpPr>
          <p:cNvPr id="28" name="Text 22"/>
          <p:cNvSpPr/>
          <p:nvPr/>
        </p:nvSpPr>
        <p:spPr>
          <a:xfrm>
            <a:off x="12669834" y="7308850"/>
            <a:ext cx="825603" cy="1079500"/>
          </a:xfrm>
          <a:prstGeom prst="rect">
            <a:avLst/>
          </a:prstGeom>
          <a:noFill/>
          <a:ln/>
        </p:spPr>
        <p:txBody>
          <a:bodyPr wrap="square" lIns="0" tIns="0" rIns="0" bIns="0" rtlCol="0" anchor="ctr"/>
          <a:lstStyle/>
          <a:p>
            <a:pPr algn="ctr" indent="0" marL="0">
              <a:buNone/>
            </a:pPr>
            <a:r>
              <a:rPr lang="en-US" sz="4800" dirty="0">
                <a:solidFill>
                  <a:srgbClr val="FFFFFF">
                    <a:alpha val="100000"/>
                  </a:srgbClr>
                </a:solidFill>
                <a:latin typeface="Teko Bold" pitchFamily="34" charset="0"/>
                <a:ea typeface="Teko Bold" pitchFamily="34" charset="-122"/>
                <a:cs typeface="Teko Bold" pitchFamily="34" charset="-120"/>
              </a:rPr>
              <a:t>04</a:t>
            </a:r>
            <a:endParaRPr lang="en-US" sz="4800" dirty="0"/>
          </a:p>
        </p:txBody>
      </p:sp>
      <p:sp>
        <p:nvSpPr>
          <p:cNvPr id="29" name="Shape 23"/>
          <p:cNvSpPr/>
          <p:nvPr/>
        </p:nvSpPr>
        <p:spPr>
          <a:xfrm>
            <a:off x="14098762" y="7118350"/>
            <a:ext cx="5487086" cy="1460500"/>
          </a:xfrm>
          <a:prstGeom prst="rect">
            <a:avLst/>
          </a:prstGeom>
          <a:noFill/>
          <a:ln/>
        </p:spPr>
      </p:sp>
      <p:sp>
        <p:nvSpPr>
          <p:cNvPr id="30" name="Text 24"/>
          <p:cNvSpPr/>
          <p:nvPr/>
        </p:nvSpPr>
        <p:spPr>
          <a:xfrm>
            <a:off x="14098762" y="7118350"/>
            <a:ext cx="5690311"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MAGIC</a:t>
            </a:r>
            <a:endParaRPr lang="en-US" sz="4800" dirty="0"/>
          </a:p>
        </p:txBody>
      </p:sp>
      <p:sp>
        <p:nvSpPr>
          <p:cNvPr id="31" name="Text 25"/>
          <p:cNvSpPr/>
          <p:nvPr/>
        </p:nvSpPr>
        <p:spPr>
          <a:xfrm>
            <a:off x="14098762" y="8096250"/>
            <a:ext cx="5622569" cy="6180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Spellcasting</a:t>
            </a:r>
            <a:endParaRPr lang="en-US" sz="3200" dirty="0"/>
          </a:p>
        </p:txBody>
      </p:sp>
      <p:sp>
        <p:nvSpPr>
          <p:cNvPr id="32" name="Shape 26"/>
          <p:cNvSpPr/>
          <p:nvPr/>
        </p:nvSpPr>
        <p:spPr>
          <a:xfrm>
            <a:off x="4801200" y="10020300"/>
            <a:ext cx="7316114" cy="1625600"/>
          </a:xfrm>
          <a:prstGeom prst="rect">
            <a:avLst/>
          </a:prstGeom>
          <a:noFill/>
          <a:ln/>
        </p:spPr>
      </p:sp>
      <p:sp>
        <p:nvSpPr>
          <p:cNvPr id="33" name="Shape 27"/>
          <p:cNvSpPr/>
          <p:nvPr/>
        </p:nvSpPr>
        <p:spPr>
          <a:xfrm>
            <a:off x="4801200" y="10020300"/>
            <a:ext cx="1625803" cy="1625600"/>
          </a:xfrm>
          <a:prstGeom prst="roundRect">
            <a:avLst>
              <a:gd name="adj" fmla="val 781313"/>
            </a:avLst>
          </a:prstGeom>
          <a:solidFill>
            <a:srgbClr val="3D261A">
              <a:alpha val="100000"/>
            </a:srgbClr>
          </a:solidFill>
          <a:ln/>
        </p:spPr>
      </p:sp>
      <p:sp>
        <p:nvSpPr>
          <p:cNvPr id="34" name="Text 28"/>
          <p:cNvSpPr/>
          <p:nvPr/>
        </p:nvSpPr>
        <p:spPr>
          <a:xfrm>
            <a:off x="5207651" y="10293350"/>
            <a:ext cx="812902" cy="1079500"/>
          </a:xfrm>
          <a:prstGeom prst="rect">
            <a:avLst/>
          </a:prstGeom>
          <a:noFill/>
          <a:ln/>
        </p:spPr>
        <p:txBody>
          <a:bodyPr wrap="square" lIns="0" tIns="0" rIns="0" bIns="0" rtlCol="0" anchor="ctr"/>
          <a:lstStyle/>
          <a:p>
            <a:pPr algn="ctr" indent="0" marL="0">
              <a:buNone/>
            </a:pPr>
            <a:r>
              <a:rPr lang="en-US" sz="4800" dirty="0">
                <a:solidFill>
                  <a:srgbClr val="FFFFFF">
                    <a:alpha val="100000"/>
                  </a:srgbClr>
                </a:solidFill>
                <a:latin typeface="Teko Bold" pitchFamily="34" charset="0"/>
                <a:ea typeface="Teko Bold" pitchFamily="34" charset="-122"/>
                <a:cs typeface="Teko Bold" pitchFamily="34" charset="-120"/>
              </a:rPr>
              <a:t>05</a:t>
            </a:r>
            <a:endParaRPr lang="en-US" sz="4800" dirty="0"/>
          </a:p>
        </p:txBody>
      </p:sp>
      <p:sp>
        <p:nvSpPr>
          <p:cNvPr id="35" name="Shape 29"/>
          <p:cNvSpPr/>
          <p:nvPr/>
        </p:nvSpPr>
        <p:spPr>
          <a:xfrm>
            <a:off x="6630229" y="10102850"/>
            <a:ext cx="5487086" cy="1460500"/>
          </a:xfrm>
          <a:prstGeom prst="rect">
            <a:avLst/>
          </a:prstGeom>
          <a:noFill/>
          <a:ln/>
        </p:spPr>
      </p:sp>
      <p:sp>
        <p:nvSpPr>
          <p:cNvPr id="36" name="Text 30"/>
          <p:cNvSpPr/>
          <p:nvPr/>
        </p:nvSpPr>
        <p:spPr>
          <a:xfrm>
            <a:off x="6630229" y="10102850"/>
            <a:ext cx="5690311"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ADVENTURE</a:t>
            </a:r>
            <a:endParaRPr lang="en-US" sz="4800" dirty="0"/>
          </a:p>
        </p:txBody>
      </p:sp>
      <p:sp>
        <p:nvSpPr>
          <p:cNvPr id="37" name="Text 31"/>
          <p:cNvSpPr/>
          <p:nvPr/>
        </p:nvSpPr>
        <p:spPr>
          <a:xfrm>
            <a:off x="6630229" y="11080750"/>
            <a:ext cx="5622569" cy="6180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Happily Ever After</a:t>
            </a:r>
            <a:endParaRPr lang="en-US" sz="3200" dirty="0"/>
          </a:p>
        </p:txBody>
      </p:sp>
      <p:sp>
        <p:nvSpPr>
          <p:cNvPr id="38" name="Shape 32"/>
          <p:cNvSpPr/>
          <p:nvPr/>
        </p:nvSpPr>
        <p:spPr>
          <a:xfrm>
            <a:off x="12269734" y="10020300"/>
            <a:ext cx="7316114" cy="1625600"/>
          </a:xfrm>
          <a:prstGeom prst="rect">
            <a:avLst/>
          </a:prstGeom>
          <a:noFill/>
          <a:ln/>
        </p:spPr>
      </p:sp>
      <p:sp>
        <p:nvSpPr>
          <p:cNvPr id="39" name="Shape 33"/>
          <p:cNvSpPr/>
          <p:nvPr/>
        </p:nvSpPr>
        <p:spPr>
          <a:xfrm>
            <a:off x="12269734" y="10020300"/>
            <a:ext cx="1625803" cy="1625600"/>
          </a:xfrm>
          <a:prstGeom prst="roundRect">
            <a:avLst>
              <a:gd name="adj" fmla="val 781313"/>
            </a:avLst>
          </a:prstGeom>
          <a:solidFill>
            <a:srgbClr val="3D261A">
              <a:alpha val="100000"/>
            </a:srgbClr>
          </a:solidFill>
          <a:ln/>
        </p:spPr>
      </p:sp>
      <p:sp>
        <p:nvSpPr>
          <p:cNvPr id="40" name="Text 34"/>
          <p:cNvSpPr/>
          <p:nvPr/>
        </p:nvSpPr>
        <p:spPr>
          <a:xfrm>
            <a:off x="12676184" y="10293350"/>
            <a:ext cx="812902" cy="1079500"/>
          </a:xfrm>
          <a:prstGeom prst="rect">
            <a:avLst/>
          </a:prstGeom>
          <a:noFill/>
          <a:ln/>
        </p:spPr>
        <p:txBody>
          <a:bodyPr wrap="square" lIns="0" tIns="0" rIns="0" bIns="0" rtlCol="0" anchor="ctr"/>
          <a:lstStyle/>
          <a:p>
            <a:pPr algn="ctr" indent="0" marL="0">
              <a:buNone/>
            </a:pPr>
            <a:r>
              <a:rPr lang="en-US" sz="4800" dirty="0">
                <a:solidFill>
                  <a:srgbClr val="FFFFFF">
                    <a:alpha val="100000"/>
                  </a:srgbClr>
                </a:solidFill>
                <a:latin typeface="Teko Bold" pitchFamily="34" charset="0"/>
                <a:ea typeface="Teko Bold" pitchFamily="34" charset="-122"/>
                <a:cs typeface="Teko Bold" pitchFamily="34" charset="-120"/>
              </a:rPr>
              <a:t>06</a:t>
            </a:r>
            <a:endParaRPr lang="en-US" sz="4800" dirty="0"/>
          </a:p>
        </p:txBody>
      </p:sp>
      <p:sp>
        <p:nvSpPr>
          <p:cNvPr id="41" name="Shape 35"/>
          <p:cNvSpPr/>
          <p:nvPr/>
        </p:nvSpPr>
        <p:spPr>
          <a:xfrm>
            <a:off x="14098762" y="10102850"/>
            <a:ext cx="5487086" cy="1460500"/>
          </a:xfrm>
          <a:prstGeom prst="rect">
            <a:avLst/>
          </a:prstGeom>
          <a:noFill/>
          <a:ln/>
        </p:spPr>
      </p:sp>
      <p:sp>
        <p:nvSpPr>
          <p:cNvPr id="42" name="Text 36"/>
          <p:cNvSpPr/>
          <p:nvPr/>
        </p:nvSpPr>
        <p:spPr>
          <a:xfrm>
            <a:off x="14098762" y="10102850"/>
            <a:ext cx="5690311"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CONCLUSION</a:t>
            </a:r>
            <a:endParaRPr lang="en-US" sz="4800" dirty="0"/>
          </a:p>
        </p:txBody>
      </p:sp>
      <p:sp>
        <p:nvSpPr>
          <p:cNvPr id="43" name="Text 37"/>
          <p:cNvSpPr/>
          <p:nvPr/>
        </p:nvSpPr>
        <p:spPr>
          <a:xfrm>
            <a:off x="14098762" y="11080750"/>
            <a:ext cx="5622569" cy="6180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Embrace the Fantasy</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D261A"/>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7807626" y="0"/>
            <a:ext cx="6579422" cy="5651791"/>
          </a:xfrm>
          <a:prstGeom prst="rect">
            <a:avLst/>
          </a:prstGeom>
        </p:spPr>
      </p:pic>
      <p:pic>
        <p:nvPicPr>
          <p:cNvPr id="3" name="Image 1" descr=" ">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8013700"/>
            <a:ext cx="3798714" cy="4844988"/>
          </a:xfrm>
          <a:prstGeom prst="rect">
            <a:avLst/>
          </a:prstGeom>
        </p:spPr>
      </p:pic>
      <p:sp>
        <p:nvSpPr>
          <p:cNvPr id="4" name="Shape 0"/>
          <p:cNvSpPr/>
          <p:nvPr/>
        </p:nvSpPr>
        <p:spPr>
          <a:xfrm>
            <a:off x="23370921" y="10515600"/>
            <a:ext cx="1016127" cy="3200400"/>
          </a:xfrm>
          <a:prstGeom prst="rect">
            <a:avLst/>
          </a:prstGeom>
          <a:noFill/>
          <a:ln/>
        </p:spPr>
      </p:sp>
      <p:pic>
        <p:nvPicPr>
          <p:cNvPr id="5" name="Image 2" descr=" ">    </p:cNvPr>
          <p:cNvPicPr>
            <a:picLocks noChangeAspect="1"/>
          </p:cNvPicPr>
          <p:nvPr/>
        </p:nvPicPr>
        <p:blipFill>
          <a:blip r:embed="rId5"/>
          <a:stretch>
            <a:fillRect/>
          </a:stretch>
        </p:blipFill>
        <p:spPr>
          <a:xfrm>
            <a:off x="23523340" y="10820400"/>
            <a:ext cx="711289" cy="2590800"/>
          </a:xfrm>
          <a:prstGeom prst="rect">
            <a:avLst/>
          </a:prstGeom>
        </p:spPr>
      </p:pic>
      <p:sp>
        <p:nvSpPr>
          <p:cNvPr id="6" name="Text 1"/>
          <p:cNvSpPr/>
          <p:nvPr/>
        </p:nvSpPr>
        <p:spPr>
          <a:xfrm>
            <a:off x="2959470" y="2743200"/>
            <a:ext cx="14158036" cy="1799167"/>
          </a:xfrm>
          <a:prstGeom prst="rect">
            <a:avLst/>
          </a:prstGeom>
          <a:noFill/>
          <a:ln/>
        </p:spPr>
        <p:txBody>
          <a:bodyPr wrap="square" lIns="0" tIns="0" rIns="0" bIns="0" rtlCol="0" anchor="t"/>
          <a:lstStyle/>
          <a:p>
            <a:pPr algn="l" indent="0" marL="0">
              <a:buNone/>
            </a:pPr>
            <a:r>
              <a:rPr lang="en-US" sz="8000" dirty="0">
                <a:solidFill>
                  <a:srgbClr val="E9D7C2">
                    <a:alpha val="100000"/>
                  </a:srgbClr>
                </a:solidFill>
                <a:latin typeface="Teko Bold" pitchFamily="34" charset="0"/>
                <a:ea typeface="Teko Bold" pitchFamily="34" charset="-122"/>
                <a:cs typeface="Teko Bold" pitchFamily="34" charset="-120"/>
              </a:rPr>
              <a:t>THE REALM OF THE EXTRAORDINARY</a:t>
            </a:r>
            <a:endParaRPr lang="en-US" sz="8000" dirty="0"/>
          </a:p>
        </p:txBody>
      </p:sp>
      <p:sp>
        <p:nvSpPr>
          <p:cNvPr id="7" name="Text 2"/>
          <p:cNvSpPr/>
          <p:nvPr/>
        </p:nvSpPr>
        <p:spPr>
          <a:xfrm>
            <a:off x="2959470" y="6172200"/>
            <a:ext cx="8861474" cy="4478867"/>
          </a:xfrm>
          <a:prstGeom prst="rect">
            <a:avLst/>
          </a:prstGeom>
          <a:noFill/>
          <a:ln/>
        </p:spPr>
        <p:txBody>
          <a:bodyPr wrap="square" lIns="0" tIns="0" rIns="0" bIns="0" rtlCol="0" anchor="t"/>
          <a:lstStyle/>
          <a:p>
            <a:pPr algn="l" indent="0" marL="0">
              <a:spcAft>
                <a:spcPts val="8000"/>
              </a:spcAft>
              <a:buNone/>
            </a:pPr>
            <a:r>
              <a:rPr lang="en-US" sz="3200" dirty="0">
                <a:solidFill>
                  <a:srgbClr val="E9D7C2">
                    <a:alpha val="100000"/>
                  </a:srgbClr>
                </a:solidFill>
                <a:latin typeface="Lato Regular" pitchFamily="34" charset="0"/>
                <a:ea typeface="Lato Regular" pitchFamily="34" charset="-122"/>
                <a:cs typeface="Lato Regular" pitchFamily="34" charset="-120"/>
              </a:rPr>
              <a:t>Welcome to the Fantasy World, a realm of wonder and enchantment where anything is possible. Here, dragons breathe fire, unicorns prance through meadows, and rainbows shine brightly. This world is a place where wishes come true, where potions can be cursed and spells are cast. It's a place of treasure and adventure, where the impossible becomes possible. But the greatest treasure of all is the one that lies within. </a:t>
            </a:r>
            <a:endParaRPr lang="en-US" sz="3200" dirty="0"/>
          </a:p>
        </p:txBody>
      </p:sp>
      <p:sp>
        <p:nvSpPr>
          <p:cNvPr id="8" name="Text 3"/>
          <p:cNvSpPr/>
          <p:nvPr/>
        </p:nvSpPr>
        <p:spPr>
          <a:xfrm>
            <a:off x="12701588" y="6172200"/>
            <a:ext cx="8861474" cy="4478867"/>
          </a:xfrm>
          <a:prstGeom prst="rect">
            <a:avLst/>
          </a:prstGeom>
          <a:noFill/>
          <a:ln/>
        </p:spPr>
        <p:txBody>
          <a:bodyPr wrap="square" lIns="0" tIns="0" rIns="0" bIns="0" rtlCol="0" anchor="t"/>
          <a:lstStyle/>
          <a:p>
            <a:pPr algn="l" indent="0" marL="0">
              <a:spcAft>
                <a:spcPts val="8000"/>
              </a:spcAft>
              <a:buNone/>
            </a:pPr>
            <a:r>
              <a:rPr lang="en-US" sz="3200" dirty="0">
                <a:solidFill>
                  <a:srgbClr val="E9D7C2">
                    <a:alpha val="100000"/>
                  </a:srgbClr>
                </a:solidFill>
                <a:latin typeface="Lato Regular" pitchFamily="34" charset="0"/>
                <a:ea typeface="Lato Regular" pitchFamily="34" charset="-122"/>
                <a:cs typeface="Lato Regular" pitchFamily="34" charset="-120"/>
              </a:rPr>
              <a:t>The world of fantasy is a reflection of our deepest desires, our fondest dreams, and our wildest imaginations. It's a place where we can let go of the constraints of reality and explore the boundless possibilities of the human mind. In this introduction, we will delve into the mysteries of this realm, uncovering the magic and wonder that lies within. So come with us and let's embark on a journey through the Fantasy World.</a:t>
            </a: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D7C2"/>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9750969" y="9232900"/>
            <a:ext cx="4636079" cy="4180154"/>
          </a:xfrm>
          <a:prstGeom prst="rect">
            <a:avLst/>
          </a:prstGeom>
        </p:spPr>
      </p:pic>
      <p:pic>
        <p:nvPicPr>
          <p:cNvPr id="3" name="Image 1" descr=" ">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67733" y="88900"/>
            <a:ext cx="14435826" cy="11633200"/>
          </a:xfrm>
          <a:prstGeom prst="rect">
            <a:avLst/>
          </a:prstGeom>
        </p:spPr>
      </p:pic>
      <p:sp>
        <p:nvSpPr>
          <p:cNvPr id="4" name="Shape 0"/>
          <p:cNvSpPr/>
          <p:nvPr/>
        </p:nvSpPr>
        <p:spPr>
          <a:xfrm>
            <a:off x="23370921" y="10515600"/>
            <a:ext cx="1016127" cy="3200400"/>
          </a:xfrm>
          <a:prstGeom prst="rect">
            <a:avLst/>
          </a:prstGeom>
          <a:noFill/>
          <a:ln/>
        </p:spPr>
      </p:sp>
      <p:pic>
        <p:nvPicPr>
          <p:cNvPr id="5" name="Image 2" descr=" ">    </p:cNvPr>
          <p:cNvPicPr>
            <a:picLocks noChangeAspect="1"/>
          </p:cNvPicPr>
          <p:nvPr/>
        </p:nvPicPr>
        <p:blipFill>
          <a:blip r:embed="rId5"/>
          <a:stretch>
            <a:fillRect/>
          </a:stretch>
        </p:blipFill>
        <p:spPr>
          <a:xfrm>
            <a:off x="23523340" y="10820400"/>
            <a:ext cx="711289" cy="2590800"/>
          </a:xfrm>
          <a:prstGeom prst="rect">
            <a:avLst/>
          </a:prstGeom>
        </p:spPr>
      </p:pic>
      <p:pic>
        <p:nvPicPr>
          <p:cNvPr id="6" name="Image 3" descr=" ">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3949" y="1397000"/>
            <a:ext cx="9297562" cy="10922000"/>
          </a:xfrm>
          <a:prstGeom prst="rect">
            <a:avLst/>
          </a:prstGeom>
        </p:spPr>
      </p:pic>
      <p:sp>
        <p:nvSpPr>
          <p:cNvPr id="7" name="Shape 1"/>
          <p:cNvSpPr/>
          <p:nvPr/>
        </p:nvSpPr>
        <p:spPr>
          <a:xfrm>
            <a:off x="12193524" y="3314700"/>
            <a:ext cx="9907238" cy="3009900"/>
          </a:xfrm>
          <a:prstGeom prst="rect">
            <a:avLst/>
          </a:prstGeom>
          <a:noFill/>
          <a:ln/>
        </p:spPr>
      </p:sp>
      <p:pic>
        <p:nvPicPr>
          <p:cNvPr id="8" name="Image 4" descr=" ">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193524" y="3797585"/>
            <a:ext cx="1625803" cy="2044129"/>
          </a:xfrm>
          <a:prstGeom prst="rect">
            <a:avLst/>
          </a:prstGeom>
        </p:spPr>
      </p:pic>
      <p:sp>
        <p:nvSpPr>
          <p:cNvPr id="9" name="Shape 2"/>
          <p:cNvSpPr/>
          <p:nvPr/>
        </p:nvSpPr>
        <p:spPr>
          <a:xfrm>
            <a:off x="14225778" y="3314700"/>
            <a:ext cx="7874984" cy="3009900"/>
          </a:xfrm>
          <a:prstGeom prst="rect">
            <a:avLst/>
          </a:prstGeom>
          <a:noFill/>
          <a:ln/>
        </p:spPr>
      </p:sp>
      <p:sp>
        <p:nvSpPr>
          <p:cNvPr id="10" name="Text 3"/>
          <p:cNvSpPr/>
          <p:nvPr/>
        </p:nvSpPr>
        <p:spPr>
          <a:xfrm>
            <a:off x="14225778" y="3314700"/>
            <a:ext cx="8078210"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UNICORN SIGHTINGS</a:t>
            </a:r>
            <a:endParaRPr lang="en-US" sz="4800" dirty="0"/>
          </a:p>
        </p:txBody>
      </p:sp>
      <p:sp>
        <p:nvSpPr>
          <p:cNvPr id="11" name="Text 4"/>
          <p:cNvSpPr/>
          <p:nvPr/>
        </p:nvSpPr>
        <p:spPr>
          <a:xfrm>
            <a:off x="14225778" y="4394200"/>
            <a:ext cx="8010468" cy="20658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A record of the number of unicorns spotted in the fantasy realm and the beauty and mystery that surrounds these enchanting creatures.</a:t>
            </a:r>
            <a:endParaRPr lang="en-US" sz="3200" dirty="0"/>
          </a:p>
        </p:txBody>
      </p:sp>
      <p:sp>
        <p:nvSpPr>
          <p:cNvPr id="12" name="Shape 5"/>
          <p:cNvSpPr/>
          <p:nvPr/>
        </p:nvSpPr>
        <p:spPr>
          <a:xfrm>
            <a:off x="12193524" y="7467600"/>
            <a:ext cx="9907238" cy="2527300"/>
          </a:xfrm>
          <a:prstGeom prst="rect">
            <a:avLst/>
          </a:prstGeom>
          <a:noFill/>
          <a:ln/>
        </p:spPr>
      </p:sp>
      <p:pic>
        <p:nvPicPr>
          <p:cNvPr id="13" name="Image 5" descr=" ">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2193524" y="7778812"/>
            <a:ext cx="1625803" cy="1904882"/>
          </a:xfrm>
          <a:prstGeom prst="rect">
            <a:avLst/>
          </a:prstGeom>
        </p:spPr>
      </p:pic>
      <p:sp>
        <p:nvSpPr>
          <p:cNvPr id="14" name="Shape 6"/>
          <p:cNvSpPr/>
          <p:nvPr/>
        </p:nvSpPr>
        <p:spPr>
          <a:xfrm>
            <a:off x="14225778" y="7467600"/>
            <a:ext cx="7874984" cy="2527300"/>
          </a:xfrm>
          <a:prstGeom prst="rect">
            <a:avLst/>
          </a:prstGeom>
          <a:noFill/>
          <a:ln/>
        </p:spPr>
      </p:sp>
      <p:sp>
        <p:nvSpPr>
          <p:cNvPr id="15" name="Text 7"/>
          <p:cNvSpPr/>
          <p:nvPr/>
        </p:nvSpPr>
        <p:spPr>
          <a:xfrm>
            <a:off x="14225778" y="7467600"/>
            <a:ext cx="8078210"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DRAGON TAMING</a:t>
            </a:r>
            <a:endParaRPr lang="en-US" sz="4800" dirty="0"/>
          </a:p>
        </p:txBody>
      </p:sp>
      <p:sp>
        <p:nvSpPr>
          <p:cNvPr id="16" name="Text 8"/>
          <p:cNvSpPr/>
          <p:nvPr/>
        </p:nvSpPr>
        <p:spPr>
          <a:xfrm>
            <a:off x="14225778" y="8547100"/>
            <a:ext cx="8010468" cy="15832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A closer look at the art of taming dragons and the brave adventurers who dare to take on these fearsome creatures.</a:t>
            </a: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D7C2"/>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stretch>
            <a:fillRect/>
          </a:stretch>
        </p:blipFill>
        <p:spPr>
          <a:xfrm>
            <a:off x="10809051" y="6223000"/>
            <a:ext cx="5107417" cy="6384114"/>
          </a:xfrm>
          <a:prstGeom prst="rect">
            <a:avLst/>
          </a:prstGeom>
        </p:spPr>
      </p:pic>
      <p:pic>
        <p:nvPicPr>
          <p:cNvPr id="3" name="Image 1" descr=" ">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0765067" cy="10312400"/>
          </a:xfrm>
          <a:prstGeom prst="rect">
            <a:avLst/>
          </a:prstGeom>
        </p:spPr>
      </p:pic>
      <p:sp>
        <p:nvSpPr>
          <p:cNvPr id="4" name="Shape 0"/>
          <p:cNvSpPr/>
          <p:nvPr/>
        </p:nvSpPr>
        <p:spPr>
          <a:xfrm>
            <a:off x="23370921" y="10515600"/>
            <a:ext cx="1016127" cy="3200400"/>
          </a:xfrm>
          <a:prstGeom prst="rect">
            <a:avLst/>
          </a:prstGeom>
          <a:noFill/>
          <a:ln/>
        </p:spPr>
      </p:sp>
      <p:pic>
        <p:nvPicPr>
          <p:cNvPr id="5" name="Image 2" descr=" ">    </p:cNvPr>
          <p:cNvPicPr>
            <a:picLocks noChangeAspect="1"/>
          </p:cNvPicPr>
          <p:nvPr/>
        </p:nvPicPr>
        <p:blipFill>
          <a:blip r:embed="rId4"/>
          <a:stretch>
            <a:fillRect/>
          </a:stretch>
        </p:blipFill>
        <p:spPr>
          <a:xfrm>
            <a:off x="23523340" y="10820400"/>
            <a:ext cx="711289" cy="2590800"/>
          </a:xfrm>
          <a:prstGeom prst="rect">
            <a:avLst/>
          </a:prstGeom>
        </p:spPr>
      </p:pic>
      <p:sp>
        <p:nvSpPr>
          <p:cNvPr id="6" name="Shape 1"/>
          <p:cNvSpPr/>
          <p:nvPr/>
        </p:nvSpPr>
        <p:spPr>
          <a:xfrm>
            <a:off x="3543743" y="1384300"/>
            <a:ext cx="8129016" cy="11214100"/>
          </a:xfrm>
          <a:prstGeom prst="rect">
            <a:avLst/>
          </a:prstGeom>
          <a:noFill/>
          <a:ln/>
        </p:spPr>
      </p:sp>
      <p:pic>
        <p:nvPicPr>
          <p:cNvPr id="7" name="Image 3" descr=" ">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16988" y="1384300"/>
            <a:ext cx="1182525" cy="1625600"/>
          </a:xfrm>
          <a:prstGeom prst="rect">
            <a:avLst/>
          </a:prstGeom>
        </p:spPr>
      </p:pic>
      <p:sp>
        <p:nvSpPr>
          <p:cNvPr id="8" name="Shape 2"/>
          <p:cNvSpPr/>
          <p:nvPr/>
        </p:nvSpPr>
        <p:spPr>
          <a:xfrm>
            <a:off x="5296562" y="3619500"/>
            <a:ext cx="4623378" cy="876300"/>
          </a:xfrm>
          <a:prstGeom prst="rect">
            <a:avLst/>
          </a:prstGeom>
          <a:noFill/>
          <a:ln/>
        </p:spPr>
      </p:sp>
      <p:sp>
        <p:nvSpPr>
          <p:cNvPr id="9" name="Text 3"/>
          <p:cNvSpPr/>
          <p:nvPr/>
        </p:nvSpPr>
        <p:spPr>
          <a:xfrm>
            <a:off x="5296562" y="3619500"/>
            <a:ext cx="4826603"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UNICORN SIGHTINGS</a:t>
            </a:r>
            <a:endParaRPr lang="en-US" sz="4800" dirty="0"/>
          </a:p>
        </p:txBody>
      </p:sp>
      <p:sp>
        <p:nvSpPr>
          <p:cNvPr id="10" name="Shape 4"/>
          <p:cNvSpPr/>
          <p:nvPr/>
        </p:nvSpPr>
        <p:spPr>
          <a:xfrm>
            <a:off x="3543743" y="5105400"/>
            <a:ext cx="8129016" cy="965200"/>
          </a:xfrm>
          <a:prstGeom prst="rect">
            <a:avLst/>
          </a:prstGeom>
          <a:noFill/>
          <a:ln/>
        </p:spPr>
      </p:sp>
      <p:sp>
        <p:nvSpPr>
          <p:cNvPr id="11" name="Text 5"/>
          <p:cNvSpPr/>
          <p:nvPr/>
        </p:nvSpPr>
        <p:spPr>
          <a:xfrm>
            <a:off x="3476001" y="5105400"/>
            <a:ext cx="8264500" cy="1100667"/>
          </a:xfrm>
          <a:prstGeom prst="rect">
            <a:avLst/>
          </a:prstGeom>
          <a:noFill/>
          <a:ln/>
        </p:spPr>
        <p:txBody>
          <a:bodyPr wrap="square" lIns="0" tIns="0" rIns="0" bIns="0" rtlCol="0" anchor="t"/>
          <a:lstStyle/>
          <a:p>
            <a:pPr algn="ctr"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A record of the number of unicorns spotted in the fantasy realm and the beauty and mystery.</a:t>
            </a:r>
            <a:endParaRPr lang="en-US" sz="3200" dirty="0"/>
          </a:p>
        </p:txBody>
      </p:sp>
      <p:pic>
        <p:nvPicPr>
          <p:cNvPr id="12" name="Image 4" descr=" ">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43743" y="6680200"/>
            <a:ext cx="8129016" cy="5918200"/>
          </a:xfrm>
          <a:prstGeom prst="rect">
            <a:avLst/>
          </a:prstGeom>
        </p:spPr>
      </p:pic>
      <p:sp>
        <p:nvSpPr>
          <p:cNvPr id="13" name="Shape 6"/>
          <p:cNvSpPr/>
          <p:nvPr/>
        </p:nvSpPr>
        <p:spPr>
          <a:xfrm>
            <a:off x="12663483" y="1384300"/>
            <a:ext cx="8129016" cy="11214100"/>
          </a:xfrm>
          <a:prstGeom prst="rect">
            <a:avLst/>
          </a:prstGeom>
          <a:noFill/>
          <a:ln/>
        </p:spPr>
      </p:sp>
      <p:pic>
        <p:nvPicPr>
          <p:cNvPr id="14" name="Image 5" descr=" ">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134948" y="1384300"/>
            <a:ext cx="1186082" cy="1625600"/>
          </a:xfrm>
          <a:prstGeom prst="rect">
            <a:avLst/>
          </a:prstGeom>
        </p:spPr>
      </p:pic>
      <p:sp>
        <p:nvSpPr>
          <p:cNvPr id="15" name="Shape 7"/>
          <p:cNvSpPr/>
          <p:nvPr/>
        </p:nvSpPr>
        <p:spPr>
          <a:xfrm>
            <a:off x="14816402" y="3619500"/>
            <a:ext cx="3823178" cy="876300"/>
          </a:xfrm>
          <a:prstGeom prst="rect">
            <a:avLst/>
          </a:prstGeom>
          <a:noFill/>
          <a:ln/>
        </p:spPr>
      </p:sp>
      <p:sp>
        <p:nvSpPr>
          <p:cNvPr id="16" name="Text 8"/>
          <p:cNvSpPr/>
          <p:nvPr/>
        </p:nvSpPr>
        <p:spPr>
          <a:xfrm>
            <a:off x="14816402" y="3619500"/>
            <a:ext cx="4026403"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DRAGON TAMING</a:t>
            </a:r>
            <a:endParaRPr lang="en-US" sz="4800" dirty="0"/>
          </a:p>
        </p:txBody>
      </p:sp>
      <p:sp>
        <p:nvSpPr>
          <p:cNvPr id="17" name="Shape 9"/>
          <p:cNvSpPr/>
          <p:nvPr/>
        </p:nvSpPr>
        <p:spPr>
          <a:xfrm>
            <a:off x="12663483" y="5105400"/>
            <a:ext cx="8129016" cy="965200"/>
          </a:xfrm>
          <a:prstGeom prst="rect">
            <a:avLst/>
          </a:prstGeom>
          <a:noFill/>
          <a:ln/>
        </p:spPr>
      </p:sp>
      <p:sp>
        <p:nvSpPr>
          <p:cNvPr id="18" name="Text 10"/>
          <p:cNvSpPr/>
          <p:nvPr/>
        </p:nvSpPr>
        <p:spPr>
          <a:xfrm>
            <a:off x="12595741" y="5105400"/>
            <a:ext cx="8264500" cy="1100667"/>
          </a:xfrm>
          <a:prstGeom prst="rect">
            <a:avLst/>
          </a:prstGeom>
          <a:noFill/>
          <a:ln/>
        </p:spPr>
        <p:txBody>
          <a:bodyPr wrap="square" lIns="0" tIns="0" rIns="0" bIns="0" rtlCol="0" anchor="t"/>
          <a:lstStyle/>
          <a:p>
            <a:pPr algn="ctr"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A closer look at the art of taming dragons and the brave adventurers who take on creatures.</a:t>
            </a:r>
            <a:endParaRPr lang="en-US" sz="3200" dirty="0"/>
          </a:p>
        </p:txBody>
      </p:sp>
      <p:pic>
        <p:nvPicPr>
          <p:cNvPr id="19" name="Image 6" descr=" ">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663483" y="6680200"/>
            <a:ext cx="8129016" cy="5918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D261A"/>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9717" y="0"/>
            <a:ext cx="23389496" cy="13716000"/>
          </a:xfrm>
          <a:prstGeom prst="rect">
            <a:avLst/>
          </a:prstGeom>
        </p:spPr>
      </p:pic>
      <p:sp>
        <p:nvSpPr>
          <p:cNvPr id="3" name="Shape 0"/>
          <p:cNvSpPr/>
          <p:nvPr/>
        </p:nvSpPr>
        <p:spPr>
          <a:xfrm>
            <a:off x="23370921" y="10515600"/>
            <a:ext cx="1016127" cy="3200400"/>
          </a:xfrm>
          <a:prstGeom prst="rect">
            <a:avLst/>
          </a:prstGeom>
          <a:noFill/>
          <a:ln/>
        </p:spPr>
      </p:sp>
      <p:pic>
        <p:nvPicPr>
          <p:cNvPr id="4" name="Image 1" descr=" ">    </p:cNvPr>
          <p:cNvPicPr>
            <a:picLocks noChangeAspect="1"/>
          </p:cNvPicPr>
          <p:nvPr/>
        </p:nvPicPr>
        <p:blipFill>
          <a:blip r:embed="rId3"/>
          <a:stretch>
            <a:fillRect/>
          </a:stretch>
        </p:blipFill>
        <p:spPr>
          <a:xfrm>
            <a:off x="23523340" y="10820400"/>
            <a:ext cx="711289" cy="2590800"/>
          </a:xfrm>
          <a:prstGeom prst="rect">
            <a:avLst/>
          </a:prstGeom>
        </p:spPr>
      </p:pic>
      <p:pic>
        <p:nvPicPr>
          <p:cNvPr id="5" name="Image 2" descr=" ">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16327" y="1866900"/>
            <a:ext cx="5966698" cy="4437887"/>
          </a:xfrm>
          <a:prstGeom prst="rect">
            <a:avLst/>
          </a:prstGeom>
        </p:spPr>
      </p:pic>
      <p:sp>
        <p:nvSpPr>
          <p:cNvPr id="6" name="Shape 1"/>
          <p:cNvSpPr/>
          <p:nvPr/>
        </p:nvSpPr>
        <p:spPr>
          <a:xfrm>
            <a:off x="5842730" y="4229100"/>
            <a:ext cx="13603400" cy="5346700"/>
          </a:xfrm>
          <a:prstGeom prst="rect">
            <a:avLst/>
          </a:prstGeom>
          <a:noFill/>
          <a:ln/>
        </p:spPr>
      </p:sp>
      <p:sp>
        <p:nvSpPr>
          <p:cNvPr id="7" name="Text 2"/>
          <p:cNvSpPr/>
          <p:nvPr/>
        </p:nvSpPr>
        <p:spPr>
          <a:xfrm>
            <a:off x="5842730" y="4229100"/>
            <a:ext cx="13806626" cy="4584700"/>
          </a:xfrm>
          <a:prstGeom prst="rect">
            <a:avLst/>
          </a:prstGeom>
          <a:noFill/>
          <a:ln/>
        </p:spPr>
        <p:txBody>
          <a:bodyPr wrap="square" lIns="0" tIns="0" rIns="0" bIns="0" rtlCol="0" anchor="t"/>
          <a:lstStyle/>
          <a:p>
            <a:pPr algn="l" indent="0" marL="0">
              <a:buNone/>
            </a:pPr>
            <a:r>
              <a:rPr lang="en-US" sz="4800" dirty="0">
                <a:solidFill>
                  <a:srgbClr val="E9D7C2">
                    <a:alpha val="100000"/>
                  </a:srgbClr>
                </a:solidFill>
                <a:latin typeface="Teko Bold" pitchFamily="34" charset="0"/>
                <a:ea typeface="Teko Bold" pitchFamily="34" charset="-122"/>
                <a:cs typeface="Teko Bold" pitchFamily="34" charset="-120"/>
              </a:rPr>
              <a:t>FANTASY IS THE GATEWAY TO THE IMPOSSIBLE, THE LAND WHERE THE ORDINARY BECOMES EXTRAORDINARY, AND THE IMPOSSIBLE BECOMES POSSIBLE. IT IS THE REALM OF THE IMAGINATION, WHERE ANYTHING CAN HAPPEN AND EVERYTHING IS POSSIBLE.</a:t>
            </a:r>
            <a:endParaRPr lang="en-US" sz="4800" dirty="0"/>
          </a:p>
        </p:txBody>
      </p:sp>
      <p:sp>
        <p:nvSpPr>
          <p:cNvPr id="8" name="Text 3"/>
          <p:cNvSpPr/>
          <p:nvPr/>
        </p:nvSpPr>
        <p:spPr>
          <a:xfrm>
            <a:off x="15851581" y="8915400"/>
            <a:ext cx="3746968" cy="812800"/>
          </a:xfrm>
          <a:prstGeom prst="rect">
            <a:avLst/>
          </a:prstGeom>
          <a:noFill/>
          <a:ln/>
        </p:spPr>
        <p:txBody>
          <a:bodyPr wrap="square" lIns="0" tIns="0" rIns="0" bIns="0" rtlCol="0" anchor="t"/>
          <a:lstStyle/>
          <a:p>
            <a:pPr algn="l" indent="0" marL="0">
              <a:buNone/>
            </a:pPr>
            <a:r>
              <a:rPr lang="en-US" sz="3600" dirty="0">
                <a:solidFill>
                  <a:srgbClr val="E9D7C2">
                    <a:alpha val="100000"/>
                  </a:srgbClr>
                </a:solidFill>
                <a:latin typeface="Teko Bold" pitchFamily="34" charset="0"/>
                <a:ea typeface="Teko Bold" pitchFamily="34" charset="-122"/>
                <a:cs typeface="Teko Bold" pitchFamily="34" charset="-120"/>
              </a:rPr>
              <a:t>THE DREAM WEAVER</a:t>
            </a:r>
            <a:endParaRPr lang="en-US" sz="3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D7C2"/>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254000"/>
            <a:ext cx="11494937" cy="10236200"/>
          </a:xfrm>
          <a:prstGeom prst="rect">
            <a:avLst/>
          </a:prstGeom>
        </p:spPr>
      </p:pic>
      <p:pic>
        <p:nvPicPr>
          <p:cNvPr id="3" name="Image 1" descr=" ">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307838" y="5486400"/>
            <a:ext cx="12079210" cy="8229600"/>
          </a:xfrm>
          <a:prstGeom prst="rect">
            <a:avLst/>
          </a:prstGeom>
        </p:spPr>
      </p:pic>
      <p:sp>
        <p:nvSpPr>
          <p:cNvPr id="4" name="Text 0"/>
          <p:cNvSpPr/>
          <p:nvPr/>
        </p:nvSpPr>
        <p:spPr>
          <a:xfrm>
            <a:off x="4695354" y="1231900"/>
            <a:ext cx="14996341" cy="3259667"/>
          </a:xfrm>
          <a:prstGeom prst="rect">
            <a:avLst/>
          </a:prstGeom>
          <a:noFill/>
          <a:ln/>
        </p:spPr>
        <p:txBody>
          <a:bodyPr wrap="square" lIns="0" tIns="0" rIns="0" bIns="0" rtlCol="0" anchor="t"/>
          <a:lstStyle/>
          <a:p>
            <a:pPr algn="ctr" indent="0" marL="0">
              <a:buNone/>
            </a:pPr>
            <a:r>
              <a:rPr lang="en-US" sz="8000" dirty="0">
                <a:solidFill>
                  <a:srgbClr val="272727">
                    <a:alpha val="100000"/>
                  </a:srgbClr>
                </a:solidFill>
                <a:latin typeface="Teko Bold" pitchFamily="34" charset="0"/>
                <a:ea typeface="Teko Bold" pitchFamily="34" charset="-122"/>
                <a:cs typeface="Teko Bold" pitchFamily="34" charset="-120"/>
              </a:rPr>
              <a:t>THE MAGIC OF DRAGONS: </a:t>
            </a:r>
            <a:endParaRPr lang="en-US" sz="8000" dirty="0"/>
          </a:p>
          <a:p>
            <a:pPr algn="ctr" indent="0" marL="0">
              <a:buNone/>
            </a:pPr>
            <a:r>
              <a:rPr lang="en-US" sz="8000" dirty="0">
                <a:solidFill>
                  <a:srgbClr val="272727">
                    <a:alpha val="100000"/>
                  </a:srgbClr>
                </a:solidFill>
                <a:latin typeface="Teko Bold" pitchFamily="34" charset="0"/>
                <a:ea typeface="Teko Bold" pitchFamily="34" charset="-122"/>
                <a:cs typeface="Teko Bold" pitchFamily="34" charset="-120"/>
              </a:rPr>
              <a:t>A RESEARCH</a:t>
            </a:r>
            <a:endParaRPr lang="en-US" sz="8000" dirty="0"/>
          </a:p>
        </p:txBody>
      </p:sp>
      <p:sp>
        <p:nvSpPr>
          <p:cNvPr id="5" name="Shape 1"/>
          <p:cNvSpPr/>
          <p:nvPr/>
        </p:nvSpPr>
        <p:spPr>
          <a:xfrm>
            <a:off x="2781648" y="4724400"/>
            <a:ext cx="8205226" cy="8204200"/>
          </a:xfrm>
          <a:prstGeom prst="rect">
            <a:avLst/>
          </a:prstGeom>
          <a:noFill/>
          <a:ln/>
        </p:spPr>
      </p:sp>
      <p:sp>
        <p:nvSpPr>
          <p:cNvPr id="6" name="Shape 2"/>
          <p:cNvSpPr/>
          <p:nvPr/>
        </p:nvSpPr>
        <p:spPr>
          <a:xfrm>
            <a:off x="2781648" y="4724400"/>
            <a:ext cx="8205226" cy="8204200"/>
          </a:xfrm>
          <a:prstGeom prst="ellipse">
            <a:avLst/>
          </a:prstGeom>
          <a:solidFill>
            <a:srgbClr val="3D261A">
              <a:alpha val="100000"/>
            </a:srgbClr>
          </a:solidFill>
          <a:ln/>
        </p:spPr>
      </p:sp>
      <p:sp>
        <p:nvSpPr>
          <p:cNvPr id="7" name="Shape 3"/>
          <p:cNvSpPr/>
          <p:nvPr/>
        </p:nvSpPr>
        <p:spPr>
          <a:xfrm>
            <a:off x="3810476" y="6616700"/>
            <a:ext cx="6160270" cy="6159500"/>
          </a:xfrm>
          <a:prstGeom prst="ellipse">
            <a:avLst/>
          </a:prstGeom>
          <a:solidFill>
            <a:srgbClr val="D6C1AF">
              <a:alpha val="100000"/>
            </a:srgbClr>
          </a:solidFill>
          <a:ln/>
        </p:spPr>
      </p:sp>
      <p:sp>
        <p:nvSpPr>
          <p:cNvPr id="8" name="Shape 4"/>
          <p:cNvSpPr/>
          <p:nvPr/>
        </p:nvSpPr>
        <p:spPr>
          <a:xfrm>
            <a:off x="4839305" y="8496300"/>
            <a:ext cx="4089911" cy="4089400"/>
          </a:xfrm>
          <a:prstGeom prst="ellipse">
            <a:avLst/>
          </a:prstGeom>
          <a:solidFill>
            <a:srgbClr val="FFFFFF">
              <a:alpha val="100000"/>
            </a:srgbClr>
          </a:solidFill>
          <a:ln/>
        </p:spPr>
      </p:sp>
      <p:sp>
        <p:nvSpPr>
          <p:cNvPr id="9" name="Text 5"/>
          <p:cNvSpPr/>
          <p:nvPr/>
        </p:nvSpPr>
        <p:spPr>
          <a:xfrm>
            <a:off x="6211076" y="5194300"/>
            <a:ext cx="1333667" cy="1079500"/>
          </a:xfrm>
          <a:prstGeom prst="rect">
            <a:avLst/>
          </a:prstGeom>
          <a:noFill/>
          <a:ln/>
        </p:spPr>
        <p:txBody>
          <a:bodyPr wrap="square" lIns="0" tIns="0" rIns="0" bIns="0" rtlCol="0" anchor="ctr"/>
          <a:lstStyle/>
          <a:p>
            <a:pPr algn="ctr" indent="0" marL="0">
              <a:buNone/>
            </a:pPr>
            <a:r>
              <a:rPr lang="en-US" sz="4800" dirty="0">
                <a:solidFill>
                  <a:srgbClr val="FFFFFF">
                    <a:alpha val="100000"/>
                  </a:srgbClr>
                </a:solidFill>
                <a:latin typeface="Teko Bold" pitchFamily="34" charset="0"/>
                <a:ea typeface="Teko Bold" pitchFamily="34" charset="-122"/>
                <a:cs typeface="Teko Bold" pitchFamily="34" charset="-120"/>
              </a:rPr>
              <a:t>6.7M</a:t>
            </a:r>
            <a:endParaRPr lang="en-US" sz="4800" dirty="0"/>
          </a:p>
        </p:txBody>
      </p:sp>
      <p:sp>
        <p:nvSpPr>
          <p:cNvPr id="10" name="Text 6"/>
          <p:cNvSpPr/>
          <p:nvPr/>
        </p:nvSpPr>
        <p:spPr>
          <a:xfrm>
            <a:off x="6211076" y="10007600"/>
            <a:ext cx="1346368" cy="1079500"/>
          </a:xfrm>
          <a:prstGeom prst="rect">
            <a:avLst/>
          </a:prstGeom>
          <a:noFill/>
          <a:ln/>
        </p:spPr>
        <p:txBody>
          <a:bodyPr wrap="square" lIns="0" tIns="0" rIns="0" bIns="0" rtlCol="0" anchor="ctr"/>
          <a:lstStyle/>
          <a:p>
            <a:pPr algn="ctr" indent="0" marL="0">
              <a:buNone/>
            </a:pPr>
            <a:r>
              <a:rPr lang="en-US" sz="4800" dirty="0">
                <a:solidFill>
                  <a:srgbClr val="3D261A">
                    <a:alpha val="100000"/>
                  </a:srgbClr>
                </a:solidFill>
                <a:latin typeface="Teko Bold" pitchFamily="34" charset="0"/>
                <a:ea typeface="Teko Bold" pitchFamily="34" charset="-122"/>
                <a:cs typeface="Teko Bold" pitchFamily="34" charset="-120"/>
              </a:rPr>
              <a:t>2.3M</a:t>
            </a:r>
            <a:endParaRPr lang="en-US" sz="4800" dirty="0"/>
          </a:p>
        </p:txBody>
      </p:sp>
      <p:sp>
        <p:nvSpPr>
          <p:cNvPr id="11" name="Text 7"/>
          <p:cNvSpPr/>
          <p:nvPr/>
        </p:nvSpPr>
        <p:spPr>
          <a:xfrm>
            <a:off x="6198375" y="7073900"/>
            <a:ext cx="1384473" cy="1079500"/>
          </a:xfrm>
          <a:prstGeom prst="rect">
            <a:avLst/>
          </a:prstGeom>
          <a:noFill/>
          <a:ln/>
        </p:spPr>
        <p:txBody>
          <a:bodyPr wrap="square" lIns="0" tIns="0" rIns="0" bIns="0" rtlCol="0" anchor="ctr"/>
          <a:lstStyle/>
          <a:p>
            <a:pPr algn="ctr" indent="0" marL="0">
              <a:buNone/>
            </a:pPr>
            <a:r>
              <a:rPr lang="en-US" sz="4800" dirty="0">
                <a:solidFill>
                  <a:srgbClr val="FFFFFF">
                    <a:alpha val="100000"/>
                  </a:srgbClr>
                </a:solidFill>
                <a:latin typeface="Teko Bold" pitchFamily="34" charset="0"/>
                <a:ea typeface="Teko Bold" pitchFamily="34" charset="-122"/>
                <a:cs typeface="Teko Bold" pitchFamily="34" charset="-120"/>
              </a:rPr>
              <a:t>4.4M</a:t>
            </a:r>
            <a:endParaRPr lang="en-US" sz="4800" dirty="0"/>
          </a:p>
        </p:txBody>
      </p:sp>
      <p:sp>
        <p:nvSpPr>
          <p:cNvPr id="12" name="Shape 8"/>
          <p:cNvSpPr/>
          <p:nvPr/>
        </p:nvSpPr>
        <p:spPr>
          <a:xfrm>
            <a:off x="23370921" y="10515600"/>
            <a:ext cx="1016127" cy="3200400"/>
          </a:xfrm>
          <a:prstGeom prst="rect">
            <a:avLst/>
          </a:prstGeom>
          <a:noFill/>
          <a:ln/>
        </p:spPr>
      </p:sp>
      <p:pic>
        <p:nvPicPr>
          <p:cNvPr id="13" name="Image 2" descr=" ">    </p:cNvPr>
          <p:cNvPicPr>
            <a:picLocks noChangeAspect="1"/>
          </p:cNvPicPr>
          <p:nvPr/>
        </p:nvPicPr>
        <p:blipFill>
          <a:blip r:embed="rId5"/>
          <a:stretch>
            <a:fillRect/>
          </a:stretch>
        </p:blipFill>
        <p:spPr>
          <a:xfrm>
            <a:off x="23523340" y="10820400"/>
            <a:ext cx="711289" cy="2590800"/>
          </a:xfrm>
          <a:prstGeom prst="rect">
            <a:avLst/>
          </a:prstGeom>
        </p:spPr>
      </p:pic>
      <p:sp>
        <p:nvSpPr>
          <p:cNvPr id="14" name="Shape 9"/>
          <p:cNvSpPr/>
          <p:nvPr/>
        </p:nvSpPr>
        <p:spPr>
          <a:xfrm>
            <a:off x="12815902" y="5283200"/>
            <a:ext cx="8510064" cy="2768600"/>
          </a:xfrm>
          <a:prstGeom prst="rect">
            <a:avLst/>
          </a:prstGeom>
          <a:noFill/>
          <a:ln/>
        </p:spPr>
      </p:sp>
      <p:sp>
        <p:nvSpPr>
          <p:cNvPr id="15" name="Shape 10"/>
          <p:cNvSpPr/>
          <p:nvPr/>
        </p:nvSpPr>
        <p:spPr>
          <a:xfrm>
            <a:off x="12815902" y="5283200"/>
            <a:ext cx="1016127" cy="1016000"/>
          </a:xfrm>
          <a:prstGeom prst="roundRect">
            <a:avLst>
              <a:gd name="adj" fmla="val 125100"/>
            </a:avLst>
          </a:prstGeom>
          <a:noFill/>
          <a:ln/>
        </p:spPr>
      </p:sp>
      <p:pic>
        <p:nvPicPr>
          <p:cNvPr id="16" name="Image 3" descr=" ">    </p:cNvPr>
          <p:cNvPicPr>
            <a:picLocks noChangeAspect="1"/>
          </p:cNvPicPr>
          <p:nvPr/>
        </p:nvPicPr>
        <p:blipFill>
          <a:blip r:embed="rId6"/>
          <a:stretch>
            <a:fillRect/>
          </a:stretch>
        </p:blipFill>
        <p:spPr>
          <a:xfrm>
            <a:off x="12815902" y="5283200"/>
            <a:ext cx="1016127" cy="1016000"/>
          </a:xfrm>
          <a:prstGeom prst="rect">
            <a:avLst/>
          </a:prstGeom>
        </p:spPr>
      </p:pic>
      <p:pic>
        <p:nvPicPr>
          <p:cNvPr id="17" name="Image 4" descr=" ">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891317" y="5491559"/>
            <a:ext cx="865296" cy="599281"/>
          </a:xfrm>
          <a:prstGeom prst="rect">
            <a:avLst/>
          </a:prstGeom>
        </p:spPr>
      </p:pic>
      <p:sp>
        <p:nvSpPr>
          <p:cNvPr id="18" name="Shape 11"/>
          <p:cNvSpPr/>
          <p:nvPr/>
        </p:nvSpPr>
        <p:spPr>
          <a:xfrm>
            <a:off x="12815902" y="6604000"/>
            <a:ext cx="8510064" cy="1447800"/>
          </a:xfrm>
          <a:prstGeom prst="rect">
            <a:avLst/>
          </a:prstGeom>
          <a:noFill/>
          <a:ln/>
        </p:spPr>
      </p:sp>
      <p:sp>
        <p:nvSpPr>
          <p:cNvPr id="19" name="Text 12"/>
          <p:cNvSpPr/>
          <p:nvPr/>
        </p:nvSpPr>
        <p:spPr>
          <a:xfrm>
            <a:off x="12815902" y="6604000"/>
            <a:ext cx="8645547" cy="15832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"The Art of Archery": Discover the intricacies of the Art of Archery as practiced by the graceful and precise elves.</a:t>
            </a:r>
            <a:endParaRPr lang="en-US" sz="3200" dirty="0"/>
          </a:p>
        </p:txBody>
      </p:sp>
      <p:sp>
        <p:nvSpPr>
          <p:cNvPr id="20" name="Shape 13"/>
          <p:cNvSpPr/>
          <p:nvPr/>
        </p:nvSpPr>
        <p:spPr>
          <a:xfrm>
            <a:off x="12815902" y="8928100"/>
            <a:ext cx="8510064" cy="2768600"/>
          </a:xfrm>
          <a:prstGeom prst="rect">
            <a:avLst/>
          </a:prstGeom>
          <a:noFill/>
          <a:ln/>
        </p:spPr>
      </p:sp>
      <p:sp>
        <p:nvSpPr>
          <p:cNvPr id="21" name="Shape 14"/>
          <p:cNvSpPr/>
          <p:nvPr/>
        </p:nvSpPr>
        <p:spPr>
          <a:xfrm>
            <a:off x="12815902" y="8928100"/>
            <a:ext cx="1016127" cy="1016000"/>
          </a:xfrm>
          <a:prstGeom prst="roundRect">
            <a:avLst>
              <a:gd name="adj" fmla="val 125100"/>
            </a:avLst>
          </a:prstGeom>
          <a:noFill/>
          <a:ln/>
        </p:spPr>
      </p:sp>
      <p:pic>
        <p:nvPicPr>
          <p:cNvPr id="22" name="Image 5" descr=" ">    </p:cNvPr>
          <p:cNvPicPr>
            <a:picLocks noChangeAspect="1"/>
          </p:cNvPicPr>
          <p:nvPr/>
        </p:nvPicPr>
        <p:blipFill>
          <a:blip r:embed="rId9"/>
          <a:stretch>
            <a:fillRect/>
          </a:stretch>
        </p:blipFill>
        <p:spPr>
          <a:xfrm>
            <a:off x="12815902" y="8928100"/>
            <a:ext cx="1016127" cy="1016000"/>
          </a:xfrm>
          <a:prstGeom prst="rect">
            <a:avLst/>
          </a:prstGeom>
        </p:spPr>
      </p:pic>
      <p:pic>
        <p:nvPicPr>
          <p:cNvPr id="23" name="Image 6" descr=" ">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2911164" y="9023350"/>
            <a:ext cx="825603" cy="825897"/>
          </a:xfrm>
          <a:prstGeom prst="rect">
            <a:avLst/>
          </a:prstGeom>
        </p:spPr>
      </p:pic>
      <p:sp>
        <p:nvSpPr>
          <p:cNvPr id="24" name="Shape 15"/>
          <p:cNvSpPr/>
          <p:nvPr/>
        </p:nvSpPr>
        <p:spPr>
          <a:xfrm>
            <a:off x="12815902" y="10248900"/>
            <a:ext cx="8510064" cy="1447800"/>
          </a:xfrm>
          <a:prstGeom prst="rect">
            <a:avLst/>
          </a:prstGeom>
          <a:noFill/>
          <a:ln/>
        </p:spPr>
      </p:sp>
      <p:sp>
        <p:nvSpPr>
          <p:cNvPr id="25" name="Text 16"/>
          <p:cNvSpPr/>
          <p:nvPr/>
        </p:nvSpPr>
        <p:spPr>
          <a:xfrm>
            <a:off x="12815902" y="10248900"/>
            <a:ext cx="8645547" cy="15832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"The Music of the Elves": Immerse yourself in the enchanting music of the elves, whose songs have the power to heal.</a:t>
            </a: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D7C2"/>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9458832" y="406400"/>
            <a:ext cx="4928216" cy="5626100"/>
          </a:xfrm>
          <a:prstGeom prst="rect">
            <a:avLst/>
          </a:prstGeom>
        </p:spPr>
      </p:pic>
      <p:pic>
        <p:nvPicPr>
          <p:cNvPr id="3" name="Image 1" descr=" ">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5715000"/>
            <a:ext cx="7354216" cy="8001000"/>
          </a:xfrm>
          <a:prstGeom prst="rect">
            <a:avLst/>
          </a:prstGeom>
        </p:spPr>
      </p:pic>
      <p:sp>
        <p:nvSpPr>
          <p:cNvPr id="4" name="Shape 0"/>
          <p:cNvSpPr/>
          <p:nvPr/>
        </p:nvSpPr>
        <p:spPr>
          <a:xfrm>
            <a:off x="23370921" y="10515600"/>
            <a:ext cx="1016127" cy="3200400"/>
          </a:xfrm>
          <a:prstGeom prst="rect">
            <a:avLst/>
          </a:prstGeom>
          <a:noFill/>
          <a:ln/>
        </p:spPr>
      </p:sp>
      <p:pic>
        <p:nvPicPr>
          <p:cNvPr id="5" name="Image 2" descr=" ">    </p:cNvPr>
          <p:cNvPicPr>
            <a:picLocks noChangeAspect="1"/>
          </p:cNvPicPr>
          <p:nvPr/>
        </p:nvPicPr>
        <p:blipFill>
          <a:blip r:embed="rId5"/>
          <a:stretch>
            <a:fillRect/>
          </a:stretch>
        </p:blipFill>
        <p:spPr>
          <a:xfrm>
            <a:off x="23523340" y="10820400"/>
            <a:ext cx="711289" cy="2590800"/>
          </a:xfrm>
          <a:prstGeom prst="rect">
            <a:avLst/>
          </a:prstGeom>
        </p:spPr>
      </p:pic>
      <p:sp>
        <p:nvSpPr>
          <p:cNvPr id="6" name="Text 1"/>
          <p:cNvSpPr/>
          <p:nvPr/>
        </p:nvSpPr>
        <p:spPr>
          <a:xfrm>
            <a:off x="10643930" y="1270000"/>
            <a:ext cx="3450598" cy="1799167"/>
          </a:xfrm>
          <a:prstGeom prst="rect">
            <a:avLst/>
          </a:prstGeom>
          <a:noFill/>
          <a:ln/>
        </p:spPr>
        <p:txBody>
          <a:bodyPr wrap="square" lIns="0" tIns="0" rIns="0" bIns="0" rtlCol="0" anchor="t"/>
          <a:lstStyle/>
          <a:p>
            <a:pPr algn="l" indent="0" marL="0">
              <a:buNone/>
            </a:pPr>
            <a:r>
              <a:rPr lang="en-US" sz="8000" dirty="0">
                <a:solidFill>
                  <a:srgbClr val="272727">
                    <a:alpha val="100000"/>
                  </a:srgbClr>
                </a:solidFill>
                <a:latin typeface="Teko Bold" pitchFamily="34" charset="0"/>
                <a:ea typeface="Teko Bold" pitchFamily="34" charset="-122"/>
                <a:cs typeface="Teko Bold" pitchFamily="34" charset="-120"/>
              </a:rPr>
              <a:t>PRICING</a:t>
            </a:r>
            <a:endParaRPr lang="en-US" sz="8000" dirty="0"/>
          </a:p>
        </p:txBody>
      </p:sp>
      <p:sp>
        <p:nvSpPr>
          <p:cNvPr id="7" name="Shape 2"/>
          <p:cNvSpPr/>
          <p:nvPr/>
        </p:nvSpPr>
        <p:spPr>
          <a:xfrm>
            <a:off x="1778222" y="3225800"/>
            <a:ext cx="6439705" cy="8509000"/>
          </a:xfrm>
          <a:prstGeom prst="roundRect">
            <a:avLst>
              <a:gd name="adj" fmla="val 3124"/>
            </a:avLst>
          </a:prstGeom>
          <a:noFill/>
          <a:ln w="12700">
            <a:solidFill>
              <a:srgbClr val="3D261A"/>
            </a:solidFill>
            <a:prstDash val="solid"/>
          </a:ln>
        </p:spPr>
      </p:sp>
      <p:pic>
        <p:nvPicPr>
          <p:cNvPr id="8" name="Image 3" descr=" ">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47404" y="3683000"/>
            <a:ext cx="1301339" cy="1625600"/>
          </a:xfrm>
          <a:prstGeom prst="rect">
            <a:avLst/>
          </a:prstGeom>
        </p:spPr>
      </p:pic>
      <p:sp>
        <p:nvSpPr>
          <p:cNvPr id="9" name="Text 3"/>
          <p:cNvSpPr/>
          <p:nvPr/>
        </p:nvSpPr>
        <p:spPr>
          <a:xfrm>
            <a:off x="4191524" y="5613400"/>
            <a:ext cx="1613102" cy="1079500"/>
          </a:xfrm>
          <a:prstGeom prst="rect">
            <a:avLst/>
          </a:prstGeom>
          <a:noFill/>
          <a:ln/>
        </p:spPr>
        <p:txBody>
          <a:bodyPr wrap="square" lIns="0" tIns="0" rIns="0" bIns="0" rtlCol="0" anchor="t"/>
          <a:lstStyle/>
          <a:p>
            <a:pPr algn="ctr" indent="0" marL="0">
              <a:buNone/>
            </a:pPr>
            <a:r>
              <a:rPr lang="en-US" sz="4800" dirty="0">
                <a:solidFill>
                  <a:srgbClr val="3D261A">
                    <a:alpha val="100000"/>
                  </a:srgbClr>
                </a:solidFill>
                <a:latin typeface="Teko Bold" pitchFamily="34" charset="0"/>
                <a:ea typeface="Teko Bold" pitchFamily="34" charset="-122"/>
                <a:cs typeface="Teko Bold" pitchFamily="34" charset="-120"/>
              </a:rPr>
              <a:t>BASIC</a:t>
            </a:r>
            <a:endParaRPr lang="en-US" sz="4800" dirty="0"/>
          </a:p>
        </p:txBody>
      </p:sp>
      <p:sp>
        <p:nvSpPr>
          <p:cNvPr id="10" name="Text 4"/>
          <p:cNvSpPr/>
          <p:nvPr/>
        </p:nvSpPr>
        <p:spPr>
          <a:xfrm>
            <a:off x="2235479" y="6794500"/>
            <a:ext cx="5660674" cy="3437467"/>
          </a:xfrm>
          <a:prstGeom prst="rect">
            <a:avLst/>
          </a:prstGeom>
          <a:noFill/>
          <a:ln/>
        </p:spPr>
        <p:txBody>
          <a:bodyPr wrap="square" lIns="0" tIns="0" rIns="0" bIns="0" rtlCol="0" anchor="t"/>
          <a:lstStyle/>
          <a:p>
            <a:pPr algn="l" lvl="1" marL="685800" indent="-342900">
              <a:spcAft>
                <a:spcPts val="8000"/>
              </a:spcAft>
              <a:buSzPct val="100000"/>
              <a:buChar char="•"/>
            </a:pPr>
            <a:r>
              <a:rPr lang="en-US" sz="3200" dirty="0">
                <a:solidFill>
                  <a:srgbClr val="0E0E0E">
                    <a:alpha val="100000"/>
                  </a:srgbClr>
                </a:solidFill>
                <a:latin typeface="Lato Regular" pitchFamily="34" charset="0"/>
                <a:ea typeface="Lato Regular" pitchFamily="34" charset="-122"/>
                <a:cs typeface="Lato Regular" pitchFamily="34" charset="-120"/>
              </a:rPr>
              <a:t>Access to the entry-level dungeons.</a:t>
            </a:r>
            <a:endParaRPr lang="en-US" sz="3200" dirty="0"/>
          </a:p>
          <a:p>
            <a:pPr algn="l" lvl="1" marL="685800" indent="-342900">
              <a:spcAft>
                <a:spcPts val="8000"/>
              </a:spcAft>
              <a:buSzPct val="100000"/>
              <a:buChar char="•"/>
            </a:pPr>
            <a:r>
              <a:rPr lang="en-US" sz="3200" dirty="0">
                <a:solidFill>
                  <a:srgbClr val="0E0E0E">
                    <a:alpha val="100000"/>
                  </a:srgbClr>
                </a:solidFill>
                <a:latin typeface="Lato Regular" pitchFamily="34" charset="0"/>
                <a:ea typeface="Lato Regular" pitchFamily="34" charset="-122"/>
                <a:cs typeface="Lato Regular" pitchFamily="34" charset="-120"/>
              </a:rPr>
              <a:t>A limited number of quests and battles per month.</a:t>
            </a:r>
            <a:endParaRPr lang="en-US" sz="3200" dirty="0"/>
          </a:p>
          <a:p>
            <a:pPr algn="l" lvl="1" marL="685800" indent="-342900">
              <a:spcAft>
                <a:spcPts val="8000"/>
              </a:spcAft>
              <a:buSzPct val="100000"/>
              <a:buChar char="•"/>
            </a:pPr>
            <a:r>
              <a:rPr lang="en-US" sz="3200" dirty="0">
                <a:solidFill>
                  <a:srgbClr val="0E0E0E">
                    <a:alpha val="100000"/>
                  </a:srgbClr>
                </a:solidFill>
                <a:latin typeface="Lato Regular" pitchFamily="34" charset="0"/>
                <a:ea typeface="Lato Regular" pitchFamily="34" charset="-122"/>
                <a:cs typeface="Lato Regular" pitchFamily="34" charset="-120"/>
              </a:rPr>
              <a:t>Ability to form a small party with fellow adventurers.</a:t>
            </a:r>
            <a:endParaRPr lang="en-US" sz="3200" dirty="0"/>
          </a:p>
        </p:txBody>
      </p:sp>
      <p:sp>
        <p:nvSpPr>
          <p:cNvPr id="11" name="Text 5"/>
          <p:cNvSpPr/>
          <p:nvPr/>
        </p:nvSpPr>
        <p:spPr>
          <a:xfrm>
            <a:off x="3543743" y="10401300"/>
            <a:ext cx="2908664" cy="1079500"/>
          </a:xfrm>
          <a:prstGeom prst="rect">
            <a:avLst/>
          </a:prstGeom>
          <a:noFill/>
          <a:ln/>
        </p:spPr>
        <p:txBody>
          <a:bodyPr wrap="square" lIns="0" tIns="0" rIns="0" bIns="0" rtlCol="0" anchor="t"/>
          <a:lstStyle/>
          <a:p>
            <a:pPr algn="ctr" indent="0" marL="0">
              <a:buNone/>
            </a:pPr>
            <a:r>
              <a:rPr lang="en-US" sz="4800" dirty="0">
                <a:solidFill>
                  <a:srgbClr val="0E0E0E">
                    <a:alpha val="100000"/>
                  </a:srgbClr>
                </a:solidFill>
                <a:latin typeface="Teko Bold" pitchFamily="34" charset="0"/>
                <a:ea typeface="Teko Bold" pitchFamily="34" charset="-122"/>
                <a:cs typeface="Teko Bold" pitchFamily="34" charset="-120"/>
              </a:rPr>
              <a:t>$10/MONTH</a:t>
            </a:r>
            <a:endParaRPr lang="en-US" sz="4800" dirty="0"/>
          </a:p>
        </p:txBody>
      </p:sp>
      <p:sp>
        <p:nvSpPr>
          <p:cNvPr id="12" name="Shape 6"/>
          <p:cNvSpPr/>
          <p:nvPr/>
        </p:nvSpPr>
        <p:spPr>
          <a:xfrm>
            <a:off x="8980022" y="3225800"/>
            <a:ext cx="6439705" cy="8509000"/>
          </a:xfrm>
          <a:prstGeom prst="roundRect">
            <a:avLst>
              <a:gd name="adj" fmla="val 3124"/>
            </a:avLst>
          </a:prstGeom>
          <a:noFill/>
          <a:ln w="12700">
            <a:solidFill>
              <a:srgbClr val="3D261A"/>
            </a:solidFill>
            <a:prstDash val="solid"/>
          </a:ln>
        </p:spPr>
      </p:sp>
      <p:pic>
        <p:nvPicPr>
          <p:cNvPr id="13" name="Image 4" descr=" ">    </p:cNvPr>
          <p:cNvPicPr>
            <a:picLocks noChangeAspect="1"/>
          </p:cNvPicPr>
          <p:nvPr/>
        </p:nvPicPr>
        <p:blipFill>
          <a:blip r:embed="rId8"/>
          <a:stretch>
            <a:fillRect/>
          </a:stretch>
        </p:blipFill>
        <p:spPr>
          <a:xfrm>
            <a:off x="11334892" y="3683000"/>
            <a:ext cx="1729968" cy="1625600"/>
          </a:xfrm>
          <a:prstGeom prst="rect">
            <a:avLst/>
          </a:prstGeom>
        </p:spPr>
      </p:pic>
      <p:sp>
        <p:nvSpPr>
          <p:cNvPr id="14" name="Text 7"/>
          <p:cNvSpPr/>
          <p:nvPr/>
        </p:nvSpPr>
        <p:spPr>
          <a:xfrm>
            <a:off x="11488586" y="5613400"/>
            <a:ext cx="1422578" cy="1079500"/>
          </a:xfrm>
          <a:prstGeom prst="rect">
            <a:avLst/>
          </a:prstGeom>
          <a:noFill/>
          <a:ln/>
        </p:spPr>
        <p:txBody>
          <a:bodyPr wrap="square" lIns="0" tIns="0" rIns="0" bIns="0" rtlCol="0" anchor="t"/>
          <a:lstStyle/>
          <a:p>
            <a:pPr algn="ctr" indent="0" marL="0">
              <a:buNone/>
            </a:pPr>
            <a:r>
              <a:rPr lang="en-US" sz="4800" dirty="0">
                <a:solidFill>
                  <a:srgbClr val="3D261A">
                    <a:alpha val="100000"/>
                  </a:srgbClr>
                </a:solidFill>
                <a:latin typeface="Teko Bold" pitchFamily="34" charset="0"/>
                <a:ea typeface="Teko Bold" pitchFamily="34" charset="-122"/>
                <a:cs typeface="Teko Bold" pitchFamily="34" charset="-120"/>
              </a:rPr>
              <a:t>ELITE</a:t>
            </a:r>
            <a:endParaRPr lang="en-US" sz="4800" dirty="0"/>
          </a:p>
        </p:txBody>
      </p:sp>
      <p:sp>
        <p:nvSpPr>
          <p:cNvPr id="15" name="Text 8"/>
          <p:cNvSpPr/>
          <p:nvPr/>
        </p:nvSpPr>
        <p:spPr>
          <a:xfrm>
            <a:off x="9437280" y="6794500"/>
            <a:ext cx="5660674" cy="3437467"/>
          </a:xfrm>
          <a:prstGeom prst="rect">
            <a:avLst/>
          </a:prstGeom>
          <a:noFill/>
          <a:ln/>
        </p:spPr>
        <p:txBody>
          <a:bodyPr wrap="square" lIns="0" tIns="0" rIns="0" bIns="0" rtlCol="0" anchor="t"/>
          <a:lstStyle/>
          <a:p>
            <a:pPr algn="l" lvl="1" marL="685800" indent="-342900">
              <a:spcAft>
                <a:spcPts val="8000"/>
              </a:spcAft>
              <a:buSzPct val="100000"/>
              <a:buChar char="•"/>
            </a:pPr>
            <a:r>
              <a:rPr lang="en-US" sz="3200" dirty="0">
                <a:solidFill>
                  <a:srgbClr val="0E0E0E">
                    <a:alpha val="100000"/>
                  </a:srgbClr>
                </a:solidFill>
                <a:latin typeface="Lato Regular" pitchFamily="34" charset="0"/>
                <a:ea typeface="Lato Regular" pitchFamily="34" charset="-122"/>
                <a:cs typeface="Lato Regular" pitchFamily="34" charset="-120"/>
              </a:rPr>
              <a:t>Access to the intermediate and advanced dungeons.</a:t>
            </a:r>
            <a:endParaRPr lang="en-US" sz="3200" dirty="0"/>
          </a:p>
          <a:p>
            <a:pPr algn="l" lvl="1" marL="685800" indent="-342900">
              <a:spcAft>
                <a:spcPts val="8000"/>
              </a:spcAft>
              <a:buSzPct val="100000"/>
              <a:buChar char="•"/>
            </a:pPr>
            <a:r>
              <a:rPr lang="en-US" sz="3200" dirty="0">
                <a:solidFill>
                  <a:srgbClr val="0E0E0E">
                    <a:alpha val="100000"/>
                  </a:srgbClr>
                </a:solidFill>
                <a:latin typeface="Lato Regular" pitchFamily="34" charset="0"/>
                <a:ea typeface="Lato Regular" pitchFamily="34" charset="-122"/>
                <a:cs typeface="Lato Regular" pitchFamily="34" charset="-120"/>
              </a:rPr>
              <a:t>A greater number of quests and battles</a:t>
            </a:r>
            <a:endParaRPr lang="en-US" sz="3200" dirty="0"/>
          </a:p>
          <a:p>
            <a:pPr algn="l" lvl="1" marL="685800" indent="-342900">
              <a:spcAft>
                <a:spcPts val="8000"/>
              </a:spcAft>
              <a:buSzPct val="100000"/>
              <a:buChar char="•"/>
            </a:pPr>
            <a:r>
              <a:rPr lang="en-US" sz="3200" dirty="0">
                <a:solidFill>
                  <a:srgbClr val="0E0E0E">
                    <a:alpha val="100000"/>
                  </a:srgbClr>
                </a:solidFill>
                <a:latin typeface="Lato Regular" pitchFamily="34" charset="0"/>
                <a:ea typeface="Lato Regular" pitchFamily="34" charset="-122"/>
                <a:cs typeface="Lato Regular" pitchFamily="34" charset="-120"/>
              </a:rPr>
              <a:t>Ability to form larger parties.</a:t>
            </a:r>
            <a:endParaRPr lang="en-US" sz="3200" dirty="0"/>
          </a:p>
        </p:txBody>
      </p:sp>
      <p:sp>
        <p:nvSpPr>
          <p:cNvPr id="16" name="Text 9"/>
          <p:cNvSpPr/>
          <p:nvPr/>
        </p:nvSpPr>
        <p:spPr>
          <a:xfrm>
            <a:off x="10694737" y="10401300"/>
            <a:ext cx="3010276" cy="1079500"/>
          </a:xfrm>
          <a:prstGeom prst="rect">
            <a:avLst/>
          </a:prstGeom>
          <a:noFill/>
          <a:ln/>
        </p:spPr>
        <p:txBody>
          <a:bodyPr wrap="square" lIns="0" tIns="0" rIns="0" bIns="0" rtlCol="0" anchor="t"/>
          <a:lstStyle/>
          <a:p>
            <a:pPr algn="ctr" indent="0" marL="0">
              <a:buNone/>
            </a:pPr>
            <a:r>
              <a:rPr lang="en-US" sz="4800" dirty="0">
                <a:solidFill>
                  <a:srgbClr val="0E0E0E">
                    <a:alpha val="100000"/>
                  </a:srgbClr>
                </a:solidFill>
                <a:latin typeface="Teko Bold" pitchFamily="34" charset="0"/>
                <a:ea typeface="Teko Bold" pitchFamily="34" charset="-122"/>
                <a:cs typeface="Teko Bold" pitchFamily="34" charset="-120"/>
              </a:rPr>
              <a:t>$50/MONTH</a:t>
            </a:r>
            <a:endParaRPr lang="en-US" sz="4800" dirty="0"/>
          </a:p>
        </p:txBody>
      </p:sp>
      <p:sp>
        <p:nvSpPr>
          <p:cNvPr id="17" name="Shape 10"/>
          <p:cNvSpPr/>
          <p:nvPr/>
        </p:nvSpPr>
        <p:spPr>
          <a:xfrm>
            <a:off x="16181822" y="3225800"/>
            <a:ext cx="6439705" cy="8509000"/>
          </a:xfrm>
          <a:prstGeom prst="roundRect">
            <a:avLst>
              <a:gd name="adj" fmla="val 3124"/>
            </a:avLst>
          </a:prstGeom>
          <a:noFill/>
          <a:ln w="12700">
            <a:solidFill>
              <a:srgbClr val="3D261A"/>
            </a:solidFill>
            <a:prstDash val="solid"/>
          </a:ln>
        </p:spPr>
      </p:sp>
      <p:pic>
        <p:nvPicPr>
          <p:cNvPr id="18" name="Image 5" descr=" ">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669631" y="3683000"/>
            <a:ext cx="1464091" cy="1625600"/>
          </a:xfrm>
          <a:prstGeom prst="rect">
            <a:avLst/>
          </a:prstGeom>
        </p:spPr>
      </p:pic>
      <p:sp>
        <p:nvSpPr>
          <p:cNvPr id="19" name="Text 11"/>
          <p:cNvSpPr/>
          <p:nvPr/>
        </p:nvSpPr>
        <p:spPr>
          <a:xfrm>
            <a:off x="17940992" y="5613400"/>
            <a:ext cx="2921365" cy="1079500"/>
          </a:xfrm>
          <a:prstGeom prst="rect">
            <a:avLst/>
          </a:prstGeom>
          <a:noFill/>
          <a:ln/>
        </p:spPr>
        <p:txBody>
          <a:bodyPr wrap="square" lIns="0" tIns="0" rIns="0" bIns="0" rtlCol="0" anchor="t"/>
          <a:lstStyle/>
          <a:p>
            <a:pPr algn="ctr" indent="0" marL="0">
              <a:buNone/>
            </a:pPr>
            <a:r>
              <a:rPr lang="en-US" sz="4800" dirty="0">
                <a:solidFill>
                  <a:srgbClr val="3D261A">
                    <a:alpha val="100000"/>
                  </a:srgbClr>
                </a:solidFill>
                <a:latin typeface="Teko Bold" pitchFamily="34" charset="0"/>
                <a:ea typeface="Teko Bold" pitchFamily="34" charset="-122"/>
                <a:cs typeface="Teko Bold" pitchFamily="34" charset="-120"/>
              </a:rPr>
              <a:t>LEGENDARY</a:t>
            </a:r>
            <a:endParaRPr lang="en-US" sz="4800" dirty="0"/>
          </a:p>
        </p:txBody>
      </p:sp>
      <p:sp>
        <p:nvSpPr>
          <p:cNvPr id="20" name="Text 12"/>
          <p:cNvSpPr/>
          <p:nvPr/>
        </p:nvSpPr>
        <p:spPr>
          <a:xfrm>
            <a:off x="16639080" y="6794500"/>
            <a:ext cx="5660674" cy="3437467"/>
          </a:xfrm>
          <a:prstGeom prst="rect">
            <a:avLst/>
          </a:prstGeom>
          <a:noFill/>
          <a:ln/>
        </p:spPr>
        <p:txBody>
          <a:bodyPr wrap="square" lIns="0" tIns="0" rIns="0" bIns="0" rtlCol="0" anchor="t"/>
          <a:lstStyle/>
          <a:p>
            <a:pPr algn="l" lvl="1" marL="685800" indent="-342900">
              <a:spcAft>
                <a:spcPts val="8000"/>
              </a:spcAft>
              <a:buSzPct val="100000"/>
              <a:buChar char="•"/>
            </a:pPr>
            <a:r>
              <a:rPr lang="en-US" sz="3200" dirty="0">
                <a:solidFill>
                  <a:srgbClr val="0E0E0E">
                    <a:alpha val="100000"/>
                  </a:srgbClr>
                </a:solidFill>
                <a:latin typeface="Lato Regular" pitchFamily="34" charset="0"/>
                <a:ea typeface="Lato Regular" pitchFamily="34" charset="-122"/>
                <a:cs typeface="Lato Regular" pitchFamily="34" charset="-120"/>
              </a:rPr>
              <a:t>Access to the most challenging dungeons.</a:t>
            </a:r>
            <a:endParaRPr lang="en-US" sz="3200" dirty="0"/>
          </a:p>
          <a:p>
            <a:pPr algn="l" lvl="1" marL="685800" indent="-342900">
              <a:spcAft>
                <a:spcPts val="8000"/>
              </a:spcAft>
              <a:buSzPct val="100000"/>
              <a:buChar char="•"/>
            </a:pPr>
            <a:r>
              <a:rPr lang="en-US" sz="3200" dirty="0">
                <a:solidFill>
                  <a:srgbClr val="0E0E0E">
                    <a:alpha val="100000"/>
                  </a:srgbClr>
                </a:solidFill>
                <a:latin typeface="Lato Regular" pitchFamily="34" charset="0"/>
                <a:ea typeface="Lato Regular" pitchFamily="34" charset="-122"/>
                <a:cs typeface="Lato Regular" pitchFamily="34" charset="-120"/>
              </a:rPr>
              <a:t>Unlimited quests and battles per month.</a:t>
            </a:r>
            <a:endParaRPr lang="en-US" sz="3200" dirty="0"/>
          </a:p>
          <a:p>
            <a:pPr algn="l" lvl="1" marL="685800" indent="-342900">
              <a:spcAft>
                <a:spcPts val="8000"/>
              </a:spcAft>
              <a:buSzPct val="100000"/>
              <a:buChar char="•"/>
            </a:pPr>
            <a:r>
              <a:rPr lang="en-US" sz="3200" dirty="0">
                <a:solidFill>
                  <a:srgbClr val="0E0E0E">
                    <a:alpha val="100000"/>
                  </a:srgbClr>
                </a:solidFill>
                <a:latin typeface="Lato Regular" pitchFamily="34" charset="0"/>
                <a:ea typeface="Lato Regular" pitchFamily="34" charset="-122"/>
                <a:cs typeface="Lato Regular" pitchFamily="34" charset="-120"/>
              </a:rPr>
              <a:t>The ability to form the largest parties.</a:t>
            </a:r>
            <a:endParaRPr lang="en-US" sz="3200" dirty="0"/>
          </a:p>
        </p:txBody>
      </p:sp>
      <p:sp>
        <p:nvSpPr>
          <p:cNvPr id="21" name="Text 13"/>
          <p:cNvSpPr/>
          <p:nvPr/>
        </p:nvSpPr>
        <p:spPr>
          <a:xfrm>
            <a:off x="17794924" y="10401300"/>
            <a:ext cx="3213502" cy="1079500"/>
          </a:xfrm>
          <a:prstGeom prst="rect">
            <a:avLst/>
          </a:prstGeom>
          <a:noFill/>
          <a:ln/>
        </p:spPr>
        <p:txBody>
          <a:bodyPr wrap="square" lIns="0" tIns="0" rIns="0" bIns="0" rtlCol="0" anchor="t"/>
          <a:lstStyle/>
          <a:p>
            <a:pPr algn="ctr" indent="0" marL="0">
              <a:buNone/>
            </a:pPr>
            <a:r>
              <a:rPr lang="en-US" sz="4800" dirty="0">
                <a:solidFill>
                  <a:srgbClr val="0E0E0E">
                    <a:alpha val="100000"/>
                  </a:srgbClr>
                </a:solidFill>
                <a:latin typeface="Teko Bold" pitchFamily="34" charset="0"/>
                <a:ea typeface="Teko Bold" pitchFamily="34" charset="-122"/>
                <a:cs typeface="Teko Bold" pitchFamily="34" charset="-120"/>
              </a:rPr>
              <a:t>$100/MONTH</a:t>
            </a:r>
            <a:endParaRPr lang="en-US" sz="4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D7C2"/>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6994724" y="0"/>
            <a:ext cx="7392324" cy="7175500"/>
          </a:xfrm>
          <a:prstGeom prst="rect">
            <a:avLst/>
          </a:prstGeom>
        </p:spPr>
      </p:pic>
      <p:pic>
        <p:nvPicPr>
          <p:cNvPr id="3" name="Image 1" descr=" ">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8763000"/>
            <a:ext cx="4915514" cy="4953000"/>
          </a:xfrm>
          <a:prstGeom prst="rect">
            <a:avLst/>
          </a:prstGeom>
        </p:spPr>
      </p:pic>
      <p:sp>
        <p:nvSpPr>
          <p:cNvPr id="4" name="Shape 0"/>
          <p:cNvSpPr/>
          <p:nvPr/>
        </p:nvSpPr>
        <p:spPr>
          <a:xfrm>
            <a:off x="23370921" y="10515600"/>
            <a:ext cx="1016127" cy="3200400"/>
          </a:xfrm>
          <a:prstGeom prst="rect">
            <a:avLst/>
          </a:prstGeom>
          <a:noFill/>
          <a:ln/>
        </p:spPr>
      </p:sp>
      <p:pic>
        <p:nvPicPr>
          <p:cNvPr id="5" name="Image 2" descr=" ">    </p:cNvPr>
          <p:cNvPicPr>
            <a:picLocks noChangeAspect="1"/>
          </p:cNvPicPr>
          <p:nvPr/>
        </p:nvPicPr>
        <p:blipFill>
          <a:blip r:embed="rId5"/>
          <a:stretch>
            <a:fillRect/>
          </a:stretch>
        </p:blipFill>
        <p:spPr>
          <a:xfrm>
            <a:off x="23523340" y="10820400"/>
            <a:ext cx="711289" cy="2590800"/>
          </a:xfrm>
          <a:prstGeom prst="rect">
            <a:avLst/>
          </a:prstGeom>
        </p:spPr>
      </p:pic>
      <p:pic>
        <p:nvPicPr>
          <p:cNvPr id="6" name="Image 3" descr=" ">    </p:cNvPr>
          <p:cNvPicPr>
            <a:picLocks noChangeAspect="1"/>
          </p:cNvPicPr>
          <p:nvPr/>
        </p:nvPicPr>
        <p:blipFill>
          <a:blip r:embed="rId6"/>
          <a:stretch>
            <a:fillRect/>
          </a:stretch>
        </p:blipFill>
        <p:spPr>
          <a:xfrm>
            <a:off x="1752819" y="1079500"/>
            <a:ext cx="20881410" cy="11010900"/>
          </a:xfrm>
          <a:prstGeom prst="rect">
            <a:avLst/>
          </a:prstGeom>
        </p:spPr>
      </p:pic>
      <p:pic>
        <p:nvPicPr>
          <p:cNvPr id="7" name="Image 4" descr=" ">    </p:cNvPr>
          <p:cNvPicPr>
            <a:picLocks noChangeAspect="1"/>
          </p:cNvPicPr>
          <p:nvPr/>
        </p:nvPicPr>
        <p:blipFill>
          <a:blip r:embed="rId7"/>
          <a:stretch>
            <a:fillRect/>
          </a:stretch>
        </p:blipFill>
        <p:spPr>
          <a:xfrm>
            <a:off x="1752819" y="1079500"/>
            <a:ext cx="5639505" cy="11010900"/>
          </a:xfrm>
          <a:prstGeom prst="rect">
            <a:avLst/>
          </a:prstGeom>
        </p:spPr>
      </p:pic>
      <p:sp>
        <p:nvSpPr>
          <p:cNvPr id="8" name="Shape 1"/>
          <p:cNvSpPr/>
          <p:nvPr/>
        </p:nvSpPr>
        <p:spPr>
          <a:xfrm>
            <a:off x="1752819" y="1079500"/>
            <a:ext cx="5639505" cy="5638800"/>
          </a:xfrm>
          <a:prstGeom prst="roundRect">
            <a:avLst>
              <a:gd name="adj" fmla="val 75081"/>
            </a:avLst>
          </a:prstGeom>
          <a:solidFill>
            <a:srgbClr val="D6C1AF">
              <a:alpha val="100000"/>
            </a:srgbClr>
          </a:solidFill>
          <a:ln/>
        </p:spPr>
      </p:sp>
      <p:sp>
        <p:nvSpPr>
          <p:cNvPr id="9" name="Text 2"/>
          <p:cNvSpPr/>
          <p:nvPr/>
        </p:nvSpPr>
        <p:spPr>
          <a:xfrm>
            <a:off x="3823178" y="1714500"/>
            <a:ext cx="2514914" cy="5384800"/>
          </a:xfrm>
          <a:prstGeom prst="rect">
            <a:avLst/>
          </a:prstGeom>
          <a:noFill/>
          <a:ln/>
        </p:spPr>
        <p:txBody>
          <a:bodyPr wrap="square" lIns="0" tIns="0" rIns="0" bIns="0" rtlCol="0" anchor="t"/>
          <a:lstStyle/>
          <a:p>
            <a:pPr algn="l" indent="0" marL="0">
              <a:buNone/>
            </a:pPr>
            <a:r>
              <a:rPr lang="en-US" sz="24000" dirty="0">
                <a:solidFill>
                  <a:srgbClr val="3D261A">
                    <a:alpha val="100000"/>
                  </a:srgbClr>
                </a:solidFill>
                <a:latin typeface="Teko Bold" pitchFamily="34" charset="0"/>
                <a:ea typeface="Teko Bold" pitchFamily="34" charset="-122"/>
                <a:cs typeface="Teko Bold" pitchFamily="34" charset="-120"/>
              </a:rPr>
              <a:t>S</a:t>
            </a:r>
            <a:endParaRPr lang="en-US" sz="24000" dirty="0"/>
          </a:p>
        </p:txBody>
      </p:sp>
      <p:sp>
        <p:nvSpPr>
          <p:cNvPr id="10" name="Shape 3"/>
          <p:cNvSpPr/>
          <p:nvPr/>
        </p:nvSpPr>
        <p:spPr>
          <a:xfrm>
            <a:off x="2286286" y="7747000"/>
            <a:ext cx="4572572" cy="4064000"/>
          </a:xfrm>
          <a:prstGeom prst="rect">
            <a:avLst/>
          </a:prstGeom>
          <a:noFill/>
          <a:ln/>
        </p:spPr>
      </p:sp>
      <p:sp>
        <p:nvSpPr>
          <p:cNvPr id="11" name="Shape 4"/>
          <p:cNvSpPr/>
          <p:nvPr/>
        </p:nvSpPr>
        <p:spPr>
          <a:xfrm>
            <a:off x="2286286" y="7747000"/>
            <a:ext cx="4572572" cy="1828800"/>
          </a:xfrm>
          <a:prstGeom prst="rect">
            <a:avLst/>
          </a:prstGeom>
          <a:noFill/>
          <a:ln/>
        </p:spPr>
      </p:sp>
      <p:sp>
        <p:nvSpPr>
          <p:cNvPr id="12" name="Shape 5"/>
          <p:cNvSpPr/>
          <p:nvPr/>
        </p:nvSpPr>
        <p:spPr>
          <a:xfrm>
            <a:off x="2286286" y="7747000"/>
            <a:ext cx="4572572" cy="1828800"/>
          </a:xfrm>
          <a:prstGeom prst="rect">
            <a:avLst/>
          </a:prstGeom>
          <a:noFill/>
          <a:ln/>
        </p:spPr>
      </p:sp>
      <p:sp>
        <p:nvSpPr>
          <p:cNvPr id="13" name="Text 6"/>
          <p:cNvSpPr/>
          <p:nvPr/>
        </p:nvSpPr>
        <p:spPr>
          <a:xfrm>
            <a:off x="2286286" y="7747000"/>
            <a:ext cx="4724991" cy="812800"/>
          </a:xfrm>
          <a:prstGeom prst="rect">
            <a:avLst/>
          </a:prstGeom>
          <a:noFill/>
          <a:ln/>
        </p:spPr>
        <p:txBody>
          <a:bodyPr wrap="square" lIns="0" tIns="0" rIns="0" bIns="0" rtlCol="0" anchor="t"/>
          <a:lstStyle/>
          <a:p>
            <a:pPr algn="l" indent="0" marL="0">
              <a:buNone/>
            </a:pPr>
            <a:r>
              <a:rPr lang="en-US" sz="3600" dirty="0">
                <a:solidFill>
                  <a:srgbClr val="0E0E0E">
                    <a:alpha val="100000"/>
                  </a:srgbClr>
                </a:solidFill>
                <a:latin typeface="Teko Bold" pitchFamily="34" charset="0"/>
                <a:ea typeface="Teko Bold" pitchFamily="34" charset="-122"/>
                <a:cs typeface="Teko Bold" pitchFamily="34" charset="-120"/>
              </a:rPr>
              <a:t>ECLIPSE</a:t>
            </a:r>
            <a:endParaRPr lang="en-US" sz="3600" dirty="0"/>
          </a:p>
        </p:txBody>
      </p:sp>
      <p:sp>
        <p:nvSpPr>
          <p:cNvPr id="14" name="Text 7"/>
          <p:cNvSpPr/>
          <p:nvPr/>
        </p:nvSpPr>
        <p:spPr>
          <a:xfrm>
            <a:off x="2286286" y="8610600"/>
            <a:ext cx="4708055" cy="11006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Rare event causes unpredictable magic.</a:t>
            </a:r>
            <a:endParaRPr lang="en-US" sz="3200" dirty="0"/>
          </a:p>
        </p:txBody>
      </p:sp>
      <p:sp>
        <p:nvSpPr>
          <p:cNvPr id="15" name="Shape 8"/>
          <p:cNvSpPr/>
          <p:nvPr/>
        </p:nvSpPr>
        <p:spPr>
          <a:xfrm>
            <a:off x="2286286" y="9982200"/>
            <a:ext cx="4572572" cy="1828800"/>
          </a:xfrm>
          <a:prstGeom prst="rect">
            <a:avLst/>
          </a:prstGeom>
          <a:noFill/>
          <a:ln/>
        </p:spPr>
      </p:sp>
      <p:sp>
        <p:nvSpPr>
          <p:cNvPr id="16" name="Shape 9"/>
          <p:cNvSpPr/>
          <p:nvPr/>
        </p:nvSpPr>
        <p:spPr>
          <a:xfrm>
            <a:off x="2286286" y="9982200"/>
            <a:ext cx="4572572" cy="1828800"/>
          </a:xfrm>
          <a:prstGeom prst="rect">
            <a:avLst/>
          </a:prstGeom>
          <a:noFill/>
          <a:ln/>
        </p:spPr>
      </p:sp>
      <p:sp>
        <p:nvSpPr>
          <p:cNvPr id="17" name="Text 10"/>
          <p:cNvSpPr/>
          <p:nvPr/>
        </p:nvSpPr>
        <p:spPr>
          <a:xfrm>
            <a:off x="2286286" y="9982200"/>
            <a:ext cx="4724991" cy="812800"/>
          </a:xfrm>
          <a:prstGeom prst="rect">
            <a:avLst/>
          </a:prstGeom>
          <a:noFill/>
          <a:ln/>
        </p:spPr>
        <p:txBody>
          <a:bodyPr wrap="square" lIns="0" tIns="0" rIns="0" bIns="0" rtlCol="0" anchor="t"/>
          <a:lstStyle/>
          <a:p>
            <a:pPr algn="l" indent="0" marL="0">
              <a:buNone/>
            </a:pPr>
            <a:r>
              <a:rPr lang="en-US" sz="3600" dirty="0">
                <a:solidFill>
                  <a:srgbClr val="0E0E0E">
                    <a:alpha val="100000"/>
                  </a:srgbClr>
                </a:solidFill>
                <a:latin typeface="Teko Bold" pitchFamily="34" charset="0"/>
                <a:ea typeface="Teko Bold" pitchFamily="34" charset="-122"/>
                <a:cs typeface="Teko Bold" pitchFamily="34" charset="-120"/>
              </a:rPr>
              <a:t>QUEST</a:t>
            </a:r>
            <a:endParaRPr lang="en-US" sz="3600" dirty="0"/>
          </a:p>
        </p:txBody>
      </p:sp>
      <p:sp>
        <p:nvSpPr>
          <p:cNvPr id="18" name="Text 11"/>
          <p:cNvSpPr/>
          <p:nvPr/>
        </p:nvSpPr>
        <p:spPr>
          <a:xfrm>
            <a:off x="2286286" y="10845800"/>
            <a:ext cx="4708055" cy="11006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Adventurers seek immortal artifact.</a:t>
            </a:r>
            <a:endParaRPr lang="en-US" sz="3200" dirty="0"/>
          </a:p>
        </p:txBody>
      </p:sp>
      <p:pic>
        <p:nvPicPr>
          <p:cNvPr id="19" name="Image 5" descr=" ">    </p:cNvPr>
          <p:cNvPicPr>
            <a:picLocks noChangeAspect="1"/>
          </p:cNvPicPr>
          <p:nvPr/>
        </p:nvPicPr>
        <p:blipFill>
          <a:blip r:embed="rId8"/>
          <a:stretch>
            <a:fillRect/>
          </a:stretch>
        </p:blipFill>
        <p:spPr>
          <a:xfrm>
            <a:off x="6833454" y="1079500"/>
            <a:ext cx="5639505" cy="11010900"/>
          </a:xfrm>
          <a:prstGeom prst="rect">
            <a:avLst/>
          </a:prstGeom>
        </p:spPr>
      </p:pic>
      <p:sp>
        <p:nvSpPr>
          <p:cNvPr id="20" name="Shape 12"/>
          <p:cNvSpPr/>
          <p:nvPr/>
        </p:nvSpPr>
        <p:spPr>
          <a:xfrm>
            <a:off x="6833454" y="1079500"/>
            <a:ext cx="5639505" cy="5638800"/>
          </a:xfrm>
          <a:prstGeom prst="roundRect">
            <a:avLst>
              <a:gd name="adj" fmla="val 75081"/>
            </a:avLst>
          </a:prstGeom>
          <a:solidFill>
            <a:srgbClr val="3D261A">
              <a:alpha val="100000"/>
            </a:srgbClr>
          </a:solidFill>
          <a:ln/>
        </p:spPr>
      </p:sp>
      <p:sp>
        <p:nvSpPr>
          <p:cNvPr id="21" name="Text 13"/>
          <p:cNvSpPr/>
          <p:nvPr/>
        </p:nvSpPr>
        <p:spPr>
          <a:xfrm>
            <a:off x="8376697" y="1714500"/>
            <a:ext cx="3569146" cy="5384800"/>
          </a:xfrm>
          <a:prstGeom prst="rect">
            <a:avLst/>
          </a:prstGeom>
          <a:noFill/>
          <a:ln/>
        </p:spPr>
        <p:txBody>
          <a:bodyPr wrap="square" lIns="0" tIns="0" rIns="0" bIns="0" rtlCol="0" anchor="t"/>
          <a:lstStyle/>
          <a:p>
            <a:pPr algn="l" indent="0" marL="0">
              <a:buNone/>
            </a:pPr>
            <a:r>
              <a:rPr lang="en-US" sz="24000" dirty="0">
                <a:solidFill>
                  <a:srgbClr val="FFFFFF">
                    <a:alpha val="100000"/>
                  </a:srgbClr>
                </a:solidFill>
                <a:latin typeface="Teko Bold" pitchFamily="34" charset="0"/>
                <a:ea typeface="Teko Bold" pitchFamily="34" charset="-122"/>
                <a:cs typeface="Teko Bold" pitchFamily="34" charset="-120"/>
              </a:rPr>
              <a:t>W</a:t>
            </a:r>
            <a:endParaRPr lang="en-US" sz="24000" dirty="0"/>
          </a:p>
        </p:txBody>
      </p:sp>
      <p:sp>
        <p:nvSpPr>
          <p:cNvPr id="22" name="Shape 14"/>
          <p:cNvSpPr/>
          <p:nvPr/>
        </p:nvSpPr>
        <p:spPr>
          <a:xfrm>
            <a:off x="7366921" y="7747000"/>
            <a:ext cx="4572572" cy="4064000"/>
          </a:xfrm>
          <a:prstGeom prst="rect">
            <a:avLst/>
          </a:prstGeom>
          <a:noFill/>
          <a:ln/>
        </p:spPr>
      </p:sp>
      <p:sp>
        <p:nvSpPr>
          <p:cNvPr id="23" name="Shape 15"/>
          <p:cNvSpPr/>
          <p:nvPr/>
        </p:nvSpPr>
        <p:spPr>
          <a:xfrm>
            <a:off x="7366921" y="7747000"/>
            <a:ext cx="4572572" cy="1828800"/>
          </a:xfrm>
          <a:prstGeom prst="rect">
            <a:avLst/>
          </a:prstGeom>
          <a:noFill/>
          <a:ln/>
        </p:spPr>
      </p:sp>
      <p:sp>
        <p:nvSpPr>
          <p:cNvPr id="24" name="Shape 16"/>
          <p:cNvSpPr/>
          <p:nvPr/>
        </p:nvSpPr>
        <p:spPr>
          <a:xfrm>
            <a:off x="7366921" y="7747000"/>
            <a:ext cx="4572572" cy="1828800"/>
          </a:xfrm>
          <a:prstGeom prst="rect">
            <a:avLst/>
          </a:prstGeom>
          <a:noFill/>
          <a:ln/>
        </p:spPr>
      </p:sp>
      <p:sp>
        <p:nvSpPr>
          <p:cNvPr id="25" name="Text 17"/>
          <p:cNvSpPr/>
          <p:nvPr/>
        </p:nvSpPr>
        <p:spPr>
          <a:xfrm>
            <a:off x="7366921" y="7747000"/>
            <a:ext cx="4724991" cy="812800"/>
          </a:xfrm>
          <a:prstGeom prst="rect">
            <a:avLst/>
          </a:prstGeom>
          <a:noFill/>
          <a:ln/>
        </p:spPr>
        <p:txBody>
          <a:bodyPr wrap="square" lIns="0" tIns="0" rIns="0" bIns="0" rtlCol="0" anchor="t"/>
          <a:lstStyle/>
          <a:p>
            <a:pPr algn="l" indent="0" marL="0">
              <a:buNone/>
            </a:pPr>
            <a:r>
              <a:rPr lang="en-US" sz="3600" dirty="0">
                <a:solidFill>
                  <a:srgbClr val="0E0E0E">
                    <a:alpha val="100000"/>
                  </a:srgbClr>
                </a:solidFill>
                <a:latin typeface="Teko Bold" pitchFamily="34" charset="0"/>
                <a:ea typeface="Teko Bold" pitchFamily="34" charset="-122"/>
                <a:cs typeface="Teko Bold" pitchFamily="34" charset="-120"/>
              </a:rPr>
              <a:t>OBTAIN</a:t>
            </a:r>
            <a:endParaRPr lang="en-US" sz="3600" dirty="0"/>
          </a:p>
        </p:txBody>
      </p:sp>
      <p:sp>
        <p:nvSpPr>
          <p:cNvPr id="26" name="Text 18"/>
          <p:cNvSpPr/>
          <p:nvPr/>
        </p:nvSpPr>
        <p:spPr>
          <a:xfrm>
            <a:off x="7366921" y="8610600"/>
            <a:ext cx="4708055" cy="11006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Humans had acquired Crystal </a:t>
            </a:r>
            <a:endParaRPr lang="en-US" sz="3200" dirty="0"/>
          </a:p>
        </p:txBody>
      </p:sp>
      <p:sp>
        <p:nvSpPr>
          <p:cNvPr id="27" name="Shape 19"/>
          <p:cNvSpPr/>
          <p:nvPr/>
        </p:nvSpPr>
        <p:spPr>
          <a:xfrm>
            <a:off x="7366921" y="9982200"/>
            <a:ext cx="4572572" cy="1828800"/>
          </a:xfrm>
          <a:prstGeom prst="rect">
            <a:avLst/>
          </a:prstGeom>
          <a:noFill/>
          <a:ln/>
        </p:spPr>
      </p:sp>
      <p:sp>
        <p:nvSpPr>
          <p:cNvPr id="28" name="Shape 20"/>
          <p:cNvSpPr/>
          <p:nvPr/>
        </p:nvSpPr>
        <p:spPr>
          <a:xfrm>
            <a:off x="7366921" y="9982200"/>
            <a:ext cx="4572572" cy="1828800"/>
          </a:xfrm>
          <a:prstGeom prst="rect">
            <a:avLst/>
          </a:prstGeom>
          <a:noFill/>
          <a:ln/>
        </p:spPr>
      </p:sp>
      <p:sp>
        <p:nvSpPr>
          <p:cNvPr id="29" name="Text 21"/>
          <p:cNvSpPr/>
          <p:nvPr/>
        </p:nvSpPr>
        <p:spPr>
          <a:xfrm>
            <a:off x="7366921" y="9982200"/>
            <a:ext cx="4724991" cy="812800"/>
          </a:xfrm>
          <a:prstGeom prst="rect">
            <a:avLst/>
          </a:prstGeom>
          <a:noFill/>
          <a:ln/>
        </p:spPr>
        <p:txBody>
          <a:bodyPr wrap="square" lIns="0" tIns="0" rIns="0" bIns="0" rtlCol="0" anchor="t"/>
          <a:lstStyle/>
          <a:p>
            <a:pPr algn="l" indent="0" marL="0">
              <a:buNone/>
            </a:pPr>
            <a:r>
              <a:rPr lang="en-US" sz="3600" dirty="0">
                <a:solidFill>
                  <a:srgbClr val="0E0E0E">
                    <a:alpha val="100000"/>
                  </a:srgbClr>
                </a:solidFill>
                <a:latin typeface="Teko Bold" pitchFamily="34" charset="0"/>
                <a:ea typeface="Teko Bold" pitchFamily="34" charset="-122"/>
                <a:cs typeface="Teko Bold" pitchFamily="34" charset="-120"/>
              </a:rPr>
              <a:t>FOUNDATION</a:t>
            </a:r>
            <a:endParaRPr lang="en-US" sz="3600" dirty="0"/>
          </a:p>
        </p:txBody>
      </p:sp>
      <p:sp>
        <p:nvSpPr>
          <p:cNvPr id="30" name="Text 22"/>
          <p:cNvSpPr/>
          <p:nvPr/>
        </p:nvSpPr>
        <p:spPr>
          <a:xfrm>
            <a:off x="7366921" y="10845800"/>
            <a:ext cx="4708055" cy="11006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Shimmering City established</a:t>
            </a:r>
            <a:endParaRPr lang="en-US" sz="3200" dirty="0"/>
          </a:p>
        </p:txBody>
      </p:sp>
      <p:pic>
        <p:nvPicPr>
          <p:cNvPr id="31" name="Image 6" descr=" ">    </p:cNvPr>
          <p:cNvPicPr>
            <a:picLocks noChangeAspect="1"/>
          </p:cNvPicPr>
          <p:nvPr/>
        </p:nvPicPr>
        <p:blipFill>
          <a:blip r:embed="rId9"/>
          <a:stretch>
            <a:fillRect/>
          </a:stretch>
        </p:blipFill>
        <p:spPr>
          <a:xfrm>
            <a:off x="11914089" y="1079500"/>
            <a:ext cx="5639505" cy="11010900"/>
          </a:xfrm>
          <a:prstGeom prst="rect">
            <a:avLst/>
          </a:prstGeom>
        </p:spPr>
      </p:pic>
      <p:sp>
        <p:nvSpPr>
          <p:cNvPr id="32" name="Shape 23"/>
          <p:cNvSpPr/>
          <p:nvPr/>
        </p:nvSpPr>
        <p:spPr>
          <a:xfrm>
            <a:off x="11914089" y="1079500"/>
            <a:ext cx="5639505" cy="5638800"/>
          </a:xfrm>
          <a:prstGeom prst="roundRect">
            <a:avLst>
              <a:gd name="adj" fmla="val 75081"/>
            </a:avLst>
          </a:prstGeom>
          <a:solidFill>
            <a:srgbClr val="D6C1AF">
              <a:alpha val="100000"/>
            </a:srgbClr>
          </a:solidFill>
          <a:ln/>
        </p:spPr>
      </p:sp>
      <p:sp>
        <p:nvSpPr>
          <p:cNvPr id="33" name="Text 24"/>
          <p:cNvSpPr/>
          <p:nvPr/>
        </p:nvSpPr>
        <p:spPr>
          <a:xfrm>
            <a:off x="13946343" y="1714500"/>
            <a:ext cx="2591124" cy="5384800"/>
          </a:xfrm>
          <a:prstGeom prst="rect">
            <a:avLst/>
          </a:prstGeom>
          <a:noFill/>
          <a:ln/>
        </p:spPr>
        <p:txBody>
          <a:bodyPr wrap="square" lIns="0" tIns="0" rIns="0" bIns="0" rtlCol="0" anchor="t"/>
          <a:lstStyle/>
          <a:p>
            <a:pPr algn="l" indent="0" marL="0">
              <a:buNone/>
            </a:pPr>
            <a:r>
              <a:rPr lang="en-US" sz="24000" dirty="0">
                <a:solidFill>
                  <a:srgbClr val="3D261A">
                    <a:alpha val="100000"/>
                  </a:srgbClr>
                </a:solidFill>
                <a:latin typeface="Teko Bold" pitchFamily="34" charset="0"/>
                <a:ea typeface="Teko Bold" pitchFamily="34" charset="-122"/>
                <a:cs typeface="Teko Bold" pitchFamily="34" charset="-120"/>
              </a:rPr>
              <a:t>O</a:t>
            </a:r>
            <a:endParaRPr lang="en-US" sz="24000" dirty="0"/>
          </a:p>
        </p:txBody>
      </p:sp>
      <p:sp>
        <p:nvSpPr>
          <p:cNvPr id="34" name="Shape 25"/>
          <p:cNvSpPr/>
          <p:nvPr/>
        </p:nvSpPr>
        <p:spPr>
          <a:xfrm>
            <a:off x="12447556" y="7747000"/>
            <a:ext cx="4572572" cy="4064000"/>
          </a:xfrm>
          <a:prstGeom prst="rect">
            <a:avLst/>
          </a:prstGeom>
          <a:noFill/>
          <a:ln/>
        </p:spPr>
      </p:sp>
      <p:sp>
        <p:nvSpPr>
          <p:cNvPr id="35" name="Shape 26"/>
          <p:cNvSpPr/>
          <p:nvPr/>
        </p:nvSpPr>
        <p:spPr>
          <a:xfrm>
            <a:off x="12447556" y="7747000"/>
            <a:ext cx="4572572" cy="1828800"/>
          </a:xfrm>
          <a:prstGeom prst="rect">
            <a:avLst/>
          </a:prstGeom>
          <a:noFill/>
          <a:ln/>
        </p:spPr>
      </p:sp>
      <p:sp>
        <p:nvSpPr>
          <p:cNvPr id="36" name="Shape 27"/>
          <p:cNvSpPr/>
          <p:nvPr/>
        </p:nvSpPr>
        <p:spPr>
          <a:xfrm>
            <a:off x="12447556" y="7747000"/>
            <a:ext cx="4572572" cy="1828800"/>
          </a:xfrm>
          <a:prstGeom prst="rect">
            <a:avLst/>
          </a:prstGeom>
          <a:noFill/>
          <a:ln/>
        </p:spPr>
      </p:sp>
      <p:sp>
        <p:nvSpPr>
          <p:cNvPr id="37" name="Text 28"/>
          <p:cNvSpPr/>
          <p:nvPr/>
        </p:nvSpPr>
        <p:spPr>
          <a:xfrm>
            <a:off x="12447556" y="7747000"/>
            <a:ext cx="4724991" cy="812800"/>
          </a:xfrm>
          <a:prstGeom prst="rect">
            <a:avLst/>
          </a:prstGeom>
          <a:noFill/>
          <a:ln/>
        </p:spPr>
        <p:txBody>
          <a:bodyPr wrap="square" lIns="0" tIns="0" rIns="0" bIns="0" rtlCol="0" anchor="t"/>
          <a:lstStyle/>
          <a:p>
            <a:pPr algn="l" indent="0" marL="0">
              <a:buNone/>
            </a:pPr>
            <a:r>
              <a:rPr lang="en-US" sz="3600" dirty="0">
                <a:solidFill>
                  <a:srgbClr val="0E0E0E">
                    <a:alpha val="100000"/>
                  </a:srgbClr>
                </a:solidFill>
                <a:latin typeface="Teko Bold" pitchFamily="34" charset="0"/>
                <a:ea typeface="Teko Bold" pitchFamily="34" charset="-122"/>
                <a:cs typeface="Teko Bold" pitchFamily="34" charset="-120"/>
              </a:rPr>
              <a:t>WAR</a:t>
            </a:r>
            <a:endParaRPr lang="en-US" sz="3600" dirty="0"/>
          </a:p>
        </p:txBody>
      </p:sp>
      <p:sp>
        <p:nvSpPr>
          <p:cNvPr id="38" name="Text 29"/>
          <p:cNvSpPr/>
          <p:nvPr/>
        </p:nvSpPr>
        <p:spPr>
          <a:xfrm>
            <a:off x="12447556" y="8610600"/>
            <a:ext cx="4708055" cy="11006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Kingdoms clash in conflict.</a:t>
            </a:r>
            <a:endParaRPr lang="en-US" sz="3200" dirty="0"/>
          </a:p>
        </p:txBody>
      </p:sp>
      <p:sp>
        <p:nvSpPr>
          <p:cNvPr id="39" name="Shape 30"/>
          <p:cNvSpPr/>
          <p:nvPr/>
        </p:nvSpPr>
        <p:spPr>
          <a:xfrm>
            <a:off x="12447556" y="9982200"/>
            <a:ext cx="4572572" cy="1828800"/>
          </a:xfrm>
          <a:prstGeom prst="rect">
            <a:avLst/>
          </a:prstGeom>
          <a:noFill/>
          <a:ln/>
        </p:spPr>
      </p:sp>
      <p:sp>
        <p:nvSpPr>
          <p:cNvPr id="40" name="Shape 31"/>
          <p:cNvSpPr/>
          <p:nvPr/>
        </p:nvSpPr>
        <p:spPr>
          <a:xfrm>
            <a:off x="12447556" y="9982200"/>
            <a:ext cx="4572572" cy="1828800"/>
          </a:xfrm>
          <a:prstGeom prst="rect">
            <a:avLst/>
          </a:prstGeom>
          <a:noFill/>
          <a:ln/>
        </p:spPr>
      </p:sp>
      <p:sp>
        <p:nvSpPr>
          <p:cNvPr id="41" name="Text 32"/>
          <p:cNvSpPr/>
          <p:nvPr/>
        </p:nvSpPr>
        <p:spPr>
          <a:xfrm>
            <a:off x="12447556" y="9982200"/>
            <a:ext cx="4724991" cy="812800"/>
          </a:xfrm>
          <a:prstGeom prst="rect">
            <a:avLst/>
          </a:prstGeom>
          <a:noFill/>
          <a:ln/>
        </p:spPr>
        <p:txBody>
          <a:bodyPr wrap="square" lIns="0" tIns="0" rIns="0" bIns="0" rtlCol="0" anchor="t"/>
          <a:lstStyle/>
          <a:p>
            <a:pPr algn="l" indent="0" marL="0">
              <a:buNone/>
            </a:pPr>
            <a:r>
              <a:rPr lang="en-US" sz="3600" dirty="0">
                <a:solidFill>
                  <a:srgbClr val="0E0E0E">
                    <a:alpha val="100000"/>
                  </a:srgbClr>
                </a:solidFill>
                <a:latin typeface="Teko Bold" pitchFamily="34" charset="0"/>
                <a:ea typeface="Teko Bold" pitchFamily="34" charset="-122"/>
                <a:cs typeface="Teko Bold" pitchFamily="34" charset="-120"/>
              </a:rPr>
              <a:t>TRANSFORMATION</a:t>
            </a:r>
            <a:endParaRPr lang="en-US" sz="3600" dirty="0"/>
          </a:p>
        </p:txBody>
      </p:sp>
      <p:sp>
        <p:nvSpPr>
          <p:cNvPr id="42" name="Text 33"/>
          <p:cNvSpPr/>
          <p:nvPr/>
        </p:nvSpPr>
        <p:spPr>
          <a:xfrm>
            <a:off x="12447556" y="10845800"/>
            <a:ext cx="4708055" cy="11006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Peasant discovers magical powers.</a:t>
            </a:r>
            <a:endParaRPr lang="en-US" sz="3200" dirty="0"/>
          </a:p>
        </p:txBody>
      </p:sp>
      <p:pic>
        <p:nvPicPr>
          <p:cNvPr id="43" name="Image 7" descr=" ">    </p:cNvPr>
          <p:cNvPicPr>
            <a:picLocks noChangeAspect="1"/>
          </p:cNvPicPr>
          <p:nvPr/>
        </p:nvPicPr>
        <p:blipFill>
          <a:blip r:embed="rId10"/>
          <a:stretch>
            <a:fillRect/>
          </a:stretch>
        </p:blipFill>
        <p:spPr>
          <a:xfrm>
            <a:off x="16994724" y="1079500"/>
            <a:ext cx="5639505" cy="11010900"/>
          </a:xfrm>
          <a:prstGeom prst="rect">
            <a:avLst/>
          </a:prstGeom>
        </p:spPr>
      </p:pic>
      <p:sp>
        <p:nvSpPr>
          <p:cNvPr id="44" name="Shape 34"/>
          <p:cNvSpPr/>
          <p:nvPr/>
        </p:nvSpPr>
        <p:spPr>
          <a:xfrm>
            <a:off x="16994724" y="1079500"/>
            <a:ext cx="5639505" cy="5638800"/>
          </a:xfrm>
          <a:prstGeom prst="roundRect">
            <a:avLst>
              <a:gd name="adj" fmla="val 75081"/>
            </a:avLst>
          </a:prstGeom>
          <a:solidFill>
            <a:srgbClr val="3D261A">
              <a:alpha val="100000"/>
            </a:srgbClr>
          </a:solidFill>
          <a:ln/>
        </p:spPr>
      </p:sp>
      <p:sp>
        <p:nvSpPr>
          <p:cNvPr id="45" name="Text 35"/>
          <p:cNvSpPr/>
          <p:nvPr/>
        </p:nvSpPr>
        <p:spPr>
          <a:xfrm>
            <a:off x="19153994" y="1714500"/>
            <a:ext cx="2337092" cy="5384800"/>
          </a:xfrm>
          <a:prstGeom prst="rect">
            <a:avLst/>
          </a:prstGeom>
          <a:noFill/>
          <a:ln/>
        </p:spPr>
        <p:txBody>
          <a:bodyPr wrap="square" lIns="0" tIns="0" rIns="0" bIns="0" rtlCol="0" anchor="t"/>
          <a:lstStyle/>
          <a:p>
            <a:pPr algn="l" indent="0" marL="0">
              <a:buNone/>
            </a:pPr>
            <a:r>
              <a:rPr lang="en-US" sz="24000" dirty="0">
                <a:solidFill>
                  <a:srgbClr val="FFFFFF">
                    <a:alpha val="100000"/>
                  </a:srgbClr>
                </a:solidFill>
                <a:latin typeface="Teko Bold" pitchFamily="34" charset="0"/>
                <a:ea typeface="Teko Bold" pitchFamily="34" charset="-122"/>
                <a:cs typeface="Teko Bold" pitchFamily="34" charset="-120"/>
              </a:rPr>
              <a:t>T</a:t>
            </a:r>
            <a:endParaRPr lang="en-US" sz="24000" dirty="0"/>
          </a:p>
        </p:txBody>
      </p:sp>
      <p:sp>
        <p:nvSpPr>
          <p:cNvPr id="46" name="Shape 36"/>
          <p:cNvSpPr/>
          <p:nvPr/>
        </p:nvSpPr>
        <p:spPr>
          <a:xfrm>
            <a:off x="17528191" y="7747000"/>
            <a:ext cx="4572572" cy="4064000"/>
          </a:xfrm>
          <a:prstGeom prst="rect">
            <a:avLst/>
          </a:prstGeom>
          <a:noFill/>
          <a:ln/>
        </p:spPr>
      </p:sp>
      <p:sp>
        <p:nvSpPr>
          <p:cNvPr id="47" name="Shape 37"/>
          <p:cNvSpPr/>
          <p:nvPr/>
        </p:nvSpPr>
        <p:spPr>
          <a:xfrm>
            <a:off x="17528191" y="7747000"/>
            <a:ext cx="4572572" cy="1828800"/>
          </a:xfrm>
          <a:prstGeom prst="rect">
            <a:avLst/>
          </a:prstGeom>
          <a:noFill/>
          <a:ln/>
        </p:spPr>
      </p:sp>
      <p:sp>
        <p:nvSpPr>
          <p:cNvPr id="48" name="Shape 38"/>
          <p:cNvSpPr/>
          <p:nvPr/>
        </p:nvSpPr>
        <p:spPr>
          <a:xfrm>
            <a:off x="17528191" y="7747000"/>
            <a:ext cx="4572572" cy="1828800"/>
          </a:xfrm>
          <a:prstGeom prst="rect">
            <a:avLst/>
          </a:prstGeom>
          <a:noFill/>
          <a:ln/>
        </p:spPr>
      </p:sp>
      <p:sp>
        <p:nvSpPr>
          <p:cNvPr id="49" name="Text 39"/>
          <p:cNvSpPr/>
          <p:nvPr/>
        </p:nvSpPr>
        <p:spPr>
          <a:xfrm>
            <a:off x="17528191" y="7747000"/>
            <a:ext cx="4724991" cy="812800"/>
          </a:xfrm>
          <a:prstGeom prst="rect">
            <a:avLst/>
          </a:prstGeom>
          <a:noFill/>
          <a:ln/>
        </p:spPr>
        <p:txBody>
          <a:bodyPr wrap="square" lIns="0" tIns="0" rIns="0" bIns="0" rtlCol="0" anchor="t"/>
          <a:lstStyle/>
          <a:p>
            <a:pPr algn="l" indent="0" marL="0">
              <a:buNone/>
            </a:pPr>
            <a:r>
              <a:rPr lang="en-US" sz="3600" dirty="0">
                <a:solidFill>
                  <a:srgbClr val="0E0E0E">
                    <a:alpha val="100000"/>
                  </a:srgbClr>
                </a:solidFill>
                <a:latin typeface="Teko Bold" pitchFamily="34" charset="0"/>
                <a:ea typeface="Teko Bold" pitchFamily="34" charset="-122"/>
                <a:cs typeface="Teko Bold" pitchFamily="34" charset="-120"/>
              </a:rPr>
              <a:t>INVASION</a:t>
            </a:r>
            <a:endParaRPr lang="en-US" sz="3600" dirty="0"/>
          </a:p>
        </p:txBody>
      </p:sp>
      <p:sp>
        <p:nvSpPr>
          <p:cNvPr id="50" name="Text 40"/>
          <p:cNvSpPr/>
          <p:nvPr/>
        </p:nvSpPr>
        <p:spPr>
          <a:xfrm>
            <a:off x="17528191" y="8610600"/>
            <a:ext cx="4708055" cy="11006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Kingdom attacked by monsters.</a:t>
            </a:r>
            <a:endParaRPr lang="en-US" sz="3200" dirty="0"/>
          </a:p>
        </p:txBody>
      </p:sp>
      <p:sp>
        <p:nvSpPr>
          <p:cNvPr id="51" name="Shape 41"/>
          <p:cNvSpPr/>
          <p:nvPr/>
        </p:nvSpPr>
        <p:spPr>
          <a:xfrm>
            <a:off x="17528191" y="9982200"/>
            <a:ext cx="4572572" cy="1828800"/>
          </a:xfrm>
          <a:prstGeom prst="rect">
            <a:avLst/>
          </a:prstGeom>
          <a:noFill/>
          <a:ln/>
        </p:spPr>
      </p:sp>
      <p:sp>
        <p:nvSpPr>
          <p:cNvPr id="52" name="Shape 42"/>
          <p:cNvSpPr/>
          <p:nvPr/>
        </p:nvSpPr>
        <p:spPr>
          <a:xfrm>
            <a:off x="17528191" y="9982200"/>
            <a:ext cx="4572572" cy="1828800"/>
          </a:xfrm>
          <a:prstGeom prst="rect">
            <a:avLst/>
          </a:prstGeom>
          <a:noFill/>
          <a:ln/>
        </p:spPr>
      </p:sp>
      <p:sp>
        <p:nvSpPr>
          <p:cNvPr id="53" name="Text 43"/>
          <p:cNvSpPr/>
          <p:nvPr/>
        </p:nvSpPr>
        <p:spPr>
          <a:xfrm>
            <a:off x="17528191" y="9982200"/>
            <a:ext cx="4724991" cy="812800"/>
          </a:xfrm>
          <a:prstGeom prst="rect">
            <a:avLst/>
          </a:prstGeom>
          <a:noFill/>
          <a:ln/>
        </p:spPr>
        <p:txBody>
          <a:bodyPr wrap="square" lIns="0" tIns="0" rIns="0" bIns="0" rtlCol="0" anchor="t"/>
          <a:lstStyle/>
          <a:p>
            <a:pPr algn="l" indent="0" marL="0">
              <a:buNone/>
            </a:pPr>
            <a:r>
              <a:rPr lang="en-US" sz="3600" dirty="0">
                <a:solidFill>
                  <a:srgbClr val="0E0E0E">
                    <a:alpha val="100000"/>
                  </a:srgbClr>
                </a:solidFill>
                <a:latin typeface="Teko Bold" pitchFamily="34" charset="0"/>
                <a:ea typeface="Teko Bold" pitchFamily="34" charset="-122"/>
                <a:cs typeface="Teko Bold" pitchFamily="34" charset="-120"/>
              </a:rPr>
              <a:t>BETRAYAL</a:t>
            </a:r>
            <a:endParaRPr lang="en-US" sz="3600" dirty="0"/>
          </a:p>
        </p:txBody>
      </p:sp>
      <p:sp>
        <p:nvSpPr>
          <p:cNvPr id="54" name="Text 44"/>
          <p:cNvSpPr/>
          <p:nvPr/>
        </p:nvSpPr>
        <p:spPr>
          <a:xfrm>
            <a:off x="17528191" y="10845800"/>
            <a:ext cx="4708055" cy="11006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Queen's advisor revealed as spy.</a:t>
            </a:r>
            <a:endParaRPr 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9D7C2"/>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9815446" cy="7213600"/>
          </a:xfrm>
          <a:prstGeom prst="rect">
            <a:avLst/>
          </a:prstGeom>
        </p:spPr>
      </p:pic>
      <p:sp>
        <p:nvSpPr>
          <p:cNvPr id="3" name="Shape 0"/>
          <p:cNvSpPr/>
          <p:nvPr/>
        </p:nvSpPr>
        <p:spPr>
          <a:xfrm>
            <a:off x="23370921" y="10515600"/>
            <a:ext cx="1016127" cy="3200400"/>
          </a:xfrm>
          <a:prstGeom prst="rect">
            <a:avLst/>
          </a:prstGeom>
          <a:noFill/>
          <a:ln/>
        </p:spPr>
      </p:sp>
      <p:pic>
        <p:nvPicPr>
          <p:cNvPr id="4" name="Image 1" descr=" ">    </p:cNvPr>
          <p:cNvPicPr>
            <a:picLocks noChangeAspect="1"/>
          </p:cNvPicPr>
          <p:nvPr/>
        </p:nvPicPr>
        <p:blipFill>
          <a:blip r:embed="rId3"/>
          <a:stretch>
            <a:fillRect/>
          </a:stretch>
        </p:blipFill>
        <p:spPr>
          <a:xfrm>
            <a:off x="23523340" y="10820400"/>
            <a:ext cx="711289" cy="2590800"/>
          </a:xfrm>
          <a:prstGeom prst="rect">
            <a:avLst/>
          </a:prstGeom>
        </p:spPr>
      </p:pic>
      <p:pic>
        <p:nvPicPr>
          <p:cNvPr id="5" name="Image 2" descr=" ">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905813" y="0"/>
            <a:ext cx="6084060" cy="12268200"/>
          </a:xfrm>
          <a:prstGeom prst="rect">
            <a:avLst/>
          </a:prstGeom>
        </p:spPr>
      </p:pic>
      <p:pic>
        <p:nvPicPr>
          <p:cNvPr id="6" name="Image 3" descr=" ">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91511" y="1346200"/>
            <a:ext cx="6084060" cy="12369800"/>
          </a:xfrm>
          <a:prstGeom prst="rect">
            <a:avLst/>
          </a:prstGeom>
        </p:spPr>
      </p:pic>
      <p:sp>
        <p:nvSpPr>
          <p:cNvPr id="7" name="Text 1"/>
          <p:cNvSpPr/>
          <p:nvPr/>
        </p:nvSpPr>
        <p:spPr>
          <a:xfrm>
            <a:off x="1397175" y="1143000"/>
            <a:ext cx="10690503" cy="1799167"/>
          </a:xfrm>
          <a:prstGeom prst="rect">
            <a:avLst/>
          </a:prstGeom>
          <a:noFill/>
          <a:ln/>
        </p:spPr>
        <p:txBody>
          <a:bodyPr wrap="square" lIns="0" tIns="0" rIns="0" bIns="0" rtlCol="0" anchor="t"/>
          <a:lstStyle/>
          <a:p>
            <a:pPr algn="l" indent="0" marL="0">
              <a:buNone/>
            </a:pPr>
            <a:r>
              <a:rPr lang="en-US" sz="8000" dirty="0">
                <a:solidFill>
                  <a:srgbClr val="0E0E0E">
                    <a:alpha val="100000"/>
                  </a:srgbClr>
                </a:solidFill>
                <a:latin typeface="Teko Bold" pitchFamily="34" charset="0"/>
                <a:ea typeface="Teko Bold" pitchFamily="34" charset="-122"/>
                <a:cs typeface="Teko Bold" pitchFamily="34" charset="-120"/>
              </a:rPr>
              <a:t>SOME DATA</a:t>
            </a:r>
            <a:endParaRPr lang="en-US" sz="8000" dirty="0"/>
          </a:p>
        </p:txBody>
      </p:sp>
      <p:sp>
        <p:nvSpPr>
          <p:cNvPr id="8" name="Shape 2"/>
          <p:cNvSpPr/>
          <p:nvPr/>
        </p:nvSpPr>
        <p:spPr>
          <a:xfrm>
            <a:off x="1244756" y="5029200"/>
            <a:ext cx="8573572" cy="5600700"/>
          </a:xfrm>
          <a:prstGeom prst="rect">
            <a:avLst/>
          </a:prstGeom>
          <a:noFill/>
          <a:ln/>
        </p:spPr>
      </p:sp>
      <p:sp>
        <p:nvSpPr>
          <p:cNvPr id="9" name="Shape 3"/>
          <p:cNvSpPr/>
          <p:nvPr/>
        </p:nvSpPr>
        <p:spPr>
          <a:xfrm>
            <a:off x="1244756" y="5029200"/>
            <a:ext cx="8573572" cy="1460500"/>
          </a:xfrm>
          <a:prstGeom prst="rect">
            <a:avLst/>
          </a:prstGeom>
          <a:noFill/>
          <a:ln/>
        </p:spPr>
      </p:sp>
      <p:sp>
        <p:nvSpPr>
          <p:cNvPr id="10" name="Shape 4"/>
          <p:cNvSpPr/>
          <p:nvPr/>
        </p:nvSpPr>
        <p:spPr>
          <a:xfrm>
            <a:off x="1244756" y="5029200"/>
            <a:ext cx="1854432" cy="1460500"/>
          </a:xfrm>
          <a:prstGeom prst="rect">
            <a:avLst/>
          </a:prstGeom>
          <a:noFill/>
          <a:ln/>
        </p:spPr>
      </p:sp>
      <p:sp>
        <p:nvSpPr>
          <p:cNvPr id="11" name="Text 5"/>
          <p:cNvSpPr/>
          <p:nvPr/>
        </p:nvSpPr>
        <p:spPr>
          <a:xfrm>
            <a:off x="1244756" y="5029200"/>
            <a:ext cx="2193141" cy="1799167"/>
          </a:xfrm>
          <a:prstGeom prst="rect">
            <a:avLst/>
          </a:prstGeom>
          <a:noFill/>
          <a:ln/>
        </p:spPr>
        <p:txBody>
          <a:bodyPr wrap="square" lIns="0" tIns="0" rIns="0" bIns="0" rtlCol="0" anchor="t"/>
          <a:lstStyle/>
          <a:p>
            <a:pPr algn="l" indent="0" marL="0">
              <a:buNone/>
            </a:pPr>
            <a:r>
              <a:rPr lang="en-US" sz="8000" dirty="0">
                <a:solidFill>
                  <a:srgbClr val="272727">
                    <a:alpha val="100000"/>
                  </a:srgbClr>
                </a:solidFill>
                <a:latin typeface="Teko Bold" pitchFamily="34" charset="0"/>
                <a:ea typeface="Teko Bold" pitchFamily="34" charset="-122"/>
                <a:cs typeface="Teko Bold" pitchFamily="34" charset="-120"/>
              </a:rPr>
              <a:t>75%</a:t>
            </a:r>
            <a:endParaRPr lang="en-US" sz="8000" dirty="0"/>
          </a:p>
        </p:txBody>
      </p:sp>
      <p:sp>
        <p:nvSpPr>
          <p:cNvPr id="12" name="Shape 6"/>
          <p:cNvSpPr/>
          <p:nvPr/>
        </p:nvSpPr>
        <p:spPr>
          <a:xfrm>
            <a:off x="3302413" y="5137150"/>
            <a:ext cx="6515914" cy="1244600"/>
          </a:xfrm>
          <a:prstGeom prst="rect">
            <a:avLst/>
          </a:prstGeom>
          <a:noFill/>
          <a:ln/>
        </p:spPr>
      </p:sp>
      <p:sp>
        <p:nvSpPr>
          <p:cNvPr id="13" name="Text 7"/>
          <p:cNvSpPr/>
          <p:nvPr/>
        </p:nvSpPr>
        <p:spPr>
          <a:xfrm>
            <a:off x="3302413" y="5137150"/>
            <a:ext cx="6668333" cy="812800"/>
          </a:xfrm>
          <a:prstGeom prst="rect">
            <a:avLst/>
          </a:prstGeom>
          <a:noFill/>
          <a:ln/>
        </p:spPr>
        <p:txBody>
          <a:bodyPr wrap="square" lIns="0" tIns="0" rIns="0" bIns="0" rtlCol="0" anchor="t"/>
          <a:lstStyle/>
          <a:p>
            <a:pPr algn="l" indent="0" marL="0">
              <a:buNone/>
            </a:pPr>
            <a:r>
              <a:rPr lang="en-US" sz="3600" dirty="0">
                <a:solidFill>
                  <a:srgbClr val="0E0E0E">
                    <a:alpha val="100000"/>
                  </a:srgbClr>
                </a:solidFill>
                <a:latin typeface="Teko Bold" pitchFamily="34" charset="0"/>
                <a:ea typeface="Teko Bold" pitchFamily="34" charset="-122"/>
                <a:cs typeface="Teko Bold" pitchFamily="34" charset="-120"/>
              </a:rPr>
              <a:t>ENCHANTED CREATURES</a:t>
            </a:r>
            <a:endParaRPr lang="en-US" sz="3600" dirty="0"/>
          </a:p>
        </p:txBody>
      </p:sp>
      <p:sp>
        <p:nvSpPr>
          <p:cNvPr id="14" name="Text 8"/>
          <p:cNvSpPr/>
          <p:nvPr/>
        </p:nvSpPr>
        <p:spPr>
          <a:xfrm>
            <a:off x="3302413" y="5899150"/>
            <a:ext cx="6651398" cy="6180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possess the ability to cast spells.</a:t>
            </a:r>
            <a:endParaRPr lang="en-US" sz="3200" dirty="0"/>
          </a:p>
        </p:txBody>
      </p:sp>
      <p:sp>
        <p:nvSpPr>
          <p:cNvPr id="15" name="Shape 9"/>
          <p:cNvSpPr/>
          <p:nvPr/>
        </p:nvSpPr>
        <p:spPr>
          <a:xfrm>
            <a:off x="1244756" y="7099300"/>
            <a:ext cx="8573572" cy="1460500"/>
          </a:xfrm>
          <a:prstGeom prst="rect">
            <a:avLst/>
          </a:prstGeom>
          <a:noFill/>
          <a:ln/>
        </p:spPr>
      </p:sp>
      <p:sp>
        <p:nvSpPr>
          <p:cNvPr id="16" name="Shape 10"/>
          <p:cNvSpPr/>
          <p:nvPr/>
        </p:nvSpPr>
        <p:spPr>
          <a:xfrm>
            <a:off x="1244756" y="7099300"/>
            <a:ext cx="1930641" cy="1460500"/>
          </a:xfrm>
          <a:prstGeom prst="rect">
            <a:avLst/>
          </a:prstGeom>
          <a:noFill/>
          <a:ln/>
        </p:spPr>
      </p:sp>
      <p:sp>
        <p:nvSpPr>
          <p:cNvPr id="17" name="Text 11"/>
          <p:cNvSpPr/>
          <p:nvPr/>
        </p:nvSpPr>
        <p:spPr>
          <a:xfrm>
            <a:off x="1244756" y="7099300"/>
            <a:ext cx="2269350" cy="1799167"/>
          </a:xfrm>
          <a:prstGeom prst="rect">
            <a:avLst/>
          </a:prstGeom>
          <a:noFill/>
          <a:ln/>
        </p:spPr>
        <p:txBody>
          <a:bodyPr wrap="square" lIns="0" tIns="0" rIns="0" bIns="0" rtlCol="0" anchor="t"/>
          <a:lstStyle/>
          <a:p>
            <a:pPr algn="l" indent="0" marL="0">
              <a:buNone/>
            </a:pPr>
            <a:r>
              <a:rPr lang="en-US" sz="8000" dirty="0">
                <a:solidFill>
                  <a:srgbClr val="272727">
                    <a:alpha val="100000"/>
                  </a:srgbClr>
                </a:solidFill>
                <a:latin typeface="Teko Bold" pitchFamily="34" charset="0"/>
                <a:ea typeface="Teko Bold" pitchFamily="34" charset="-122"/>
                <a:cs typeface="Teko Bold" pitchFamily="34" charset="-120"/>
              </a:rPr>
              <a:t>60%</a:t>
            </a:r>
            <a:endParaRPr lang="en-US" sz="8000" dirty="0"/>
          </a:p>
        </p:txBody>
      </p:sp>
      <p:sp>
        <p:nvSpPr>
          <p:cNvPr id="18" name="Shape 12"/>
          <p:cNvSpPr/>
          <p:nvPr/>
        </p:nvSpPr>
        <p:spPr>
          <a:xfrm>
            <a:off x="3378622" y="7207250"/>
            <a:ext cx="6439705" cy="1244600"/>
          </a:xfrm>
          <a:prstGeom prst="rect">
            <a:avLst/>
          </a:prstGeom>
          <a:noFill/>
          <a:ln/>
        </p:spPr>
      </p:sp>
      <p:sp>
        <p:nvSpPr>
          <p:cNvPr id="19" name="Text 13"/>
          <p:cNvSpPr/>
          <p:nvPr/>
        </p:nvSpPr>
        <p:spPr>
          <a:xfrm>
            <a:off x="3378622" y="7207250"/>
            <a:ext cx="6592124" cy="812800"/>
          </a:xfrm>
          <a:prstGeom prst="rect">
            <a:avLst/>
          </a:prstGeom>
          <a:noFill/>
          <a:ln/>
        </p:spPr>
        <p:txBody>
          <a:bodyPr wrap="square" lIns="0" tIns="0" rIns="0" bIns="0" rtlCol="0" anchor="t"/>
          <a:lstStyle/>
          <a:p>
            <a:pPr algn="l" indent="0" marL="0">
              <a:buNone/>
            </a:pPr>
            <a:r>
              <a:rPr lang="en-US" sz="3600" dirty="0">
                <a:solidFill>
                  <a:srgbClr val="0E0E0E">
                    <a:alpha val="100000"/>
                  </a:srgbClr>
                </a:solidFill>
                <a:latin typeface="Teko Bold" pitchFamily="34" charset="0"/>
                <a:ea typeface="Teko Bold" pitchFamily="34" charset="-122"/>
                <a:cs typeface="Teko Bold" pitchFamily="34" charset="-120"/>
              </a:rPr>
              <a:t>MAGIC-WIELDING INDIVIDUALS</a:t>
            </a:r>
            <a:endParaRPr lang="en-US" sz="3600" dirty="0"/>
          </a:p>
        </p:txBody>
      </p:sp>
      <p:sp>
        <p:nvSpPr>
          <p:cNvPr id="20" name="Text 14"/>
          <p:cNvSpPr/>
          <p:nvPr/>
        </p:nvSpPr>
        <p:spPr>
          <a:xfrm>
            <a:off x="3378622" y="7969250"/>
            <a:ext cx="6575188" cy="6180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practice the art of illusions.</a:t>
            </a:r>
            <a:endParaRPr lang="en-US" sz="3200" dirty="0"/>
          </a:p>
        </p:txBody>
      </p:sp>
      <p:sp>
        <p:nvSpPr>
          <p:cNvPr id="21" name="Shape 15"/>
          <p:cNvSpPr/>
          <p:nvPr/>
        </p:nvSpPr>
        <p:spPr>
          <a:xfrm>
            <a:off x="1244756" y="9169400"/>
            <a:ext cx="8573572" cy="1460500"/>
          </a:xfrm>
          <a:prstGeom prst="rect">
            <a:avLst/>
          </a:prstGeom>
          <a:noFill/>
          <a:ln/>
        </p:spPr>
      </p:sp>
      <p:sp>
        <p:nvSpPr>
          <p:cNvPr id="22" name="Shape 16"/>
          <p:cNvSpPr/>
          <p:nvPr/>
        </p:nvSpPr>
        <p:spPr>
          <a:xfrm>
            <a:off x="1244756" y="9169400"/>
            <a:ext cx="1930641" cy="1460500"/>
          </a:xfrm>
          <a:prstGeom prst="rect">
            <a:avLst/>
          </a:prstGeom>
          <a:noFill/>
          <a:ln/>
        </p:spPr>
      </p:sp>
      <p:sp>
        <p:nvSpPr>
          <p:cNvPr id="23" name="Text 17"/>
          <p:cNvSpPr/>
          <p:nvPr/>
        </p:nvSpPr>
        <p:spPr>
          <a:xfrm>
            <a:off x="1244756" y="9169400"/>
            <a:ext cx="2269350" cy="1799167"/>
          </a:xfrm>
          <a:prstGeom prst="rect">
            <a:avLst/>
          </a:prstGeom>
          <a:noFill/>
          <a:ln/>
        </p:spPr>
        <p:txBody>
          <a:bodyPr wrap="square" lIns="0" tIns="0" rIns="0" bIns="0" rtlCol="0" anchor="t"/>
          <a:lstStyle/>
          <a:p>
            <a:pPr algn="l" indent="0" marL="0">
              <a:buNone/>
            </a:pPr>
            <a:r>
              <a:rPr lang="en-US" sz="8000" dirty="0">
                <a:solidFill>
                  <a:srgbClr val="272727">
                    <a:alpha val="100000"/>
                  </a:srgbClr>
                </a:solidFill>
                <a:latin typeface="Teko Bold" pitchFamily="34" charset="0"/>
                <a:ea typeface="Teko Bold" pitchFamily="34" charset="-122"/>
                <a:cs typeface="Teko Bold" pitchFamily="34" charset="-120"/>
              </a:rPr>
              <a:t>90%</a:t>
            </a:r>
            <a:endParaRPr lang="en-US" sz="8000" dirty="0"/>
          </a:p>
        </p:txBody>
      </p:sp>
      <p:sp>
        <p:nvSpPr>
          <p:cNvPr id="24" name="Shape 18"/>
          <p:cNvSpPr/>
          <p:nvPr/>
        </p:nvSpPr>
        <p:spPr>
          <a:xfrm>
            <a:off x="3378622" y="9277350"/>
            <a:ext cx="6439705" cy="1244600"/>
          </a:xfrm>
          <a:prstGeom prst="rect">
            <a:avLst/>
          </a:prstGeom>
          <a:noFill/>
          <a:ln/>
        </p:spPr>
      </p:sp>
      <p:sp>
        <p:nvSpPr>
          <p:cNvPr id="25" name="Text 19"/>
          <p:cNvSpPr/>
          <p:nvPr/>
        </p:nvSpPr>
        <p:spPr>
          <a:xfrm>
            <a:off x="3378622" y="9277350"/>
            <a:ext cx="6592124" cy="812800"/>
          </a:xfrm>
          <a:prstGeom prst="rect">
            <a:avLst/>
          </a:prstGeom>
          <a:noFill/>
          <a:ln/>
        </p:spPr>
        <p:txBody>
          <a:bodyPr wrap="square" lIns="0" tIns="0" rIns="0" bIns="0" rtlCol="0" anchor="t"/>
          <a:lstStyle/>
          <a:p>
            <a:pPr algn="l" indent="0" marL="0">
              <a:buNone/>
            </a:pPr>
            <a:r>
              <a:rPr lang="en-US" sz="3600" dirty="0">
                <a:solidFill>
                  <a:srgbClr val="0E0E0E">
                    <a:alpha val="100000"/>
                  </a:srgbClr>
                </a:solidFill>
                <a:latin typeface="Teko Bold" pitchFamily="34" charset="0"/>
                <a:ea typeface="Teko Bold" pitchFamily="34" charset="-122"/>
                <a:cs typeface="Teko Bold" pitchFamily="34" charset="-120"/>
              </a:rPr>
              <a:t>SPELLS CAST</a:t>
            </a:r>
            <a:endParaRPr lang="en-US" sz="3600" dirty="0"/>
          </a:p>
        </p:txBody>
      </p:sp>
      <p:sp>
        <p:nvSpPr>
          <p:cNvPr id="26" name="Text 20"/>
          <p:cNvSpPr/>
          <p:nvPr/>
        </p:nvSpPr>
        <p:spPr>
          <a:xfrm>
            <a:off x="3378622" y="10039350"/>
            <a:ext cx="6575188" cy="6180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are dark magic, foretelling danger.</a:t>
            </a:r>
            <a:endParaRPr lang="en-US" sz="3200" dirty="0"/>
          </a:p>
        </p:txBody>
      </p:sp>
      <p:pic>
        <p:nvPicPr>
          <p:cNvPr id="27" name="Image 4" descr=" ">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82848" y="9906000"/>
            <a:ext cx="4610676" cy="381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D7C2"/>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9717" y="0"/>
            <a:ext cx="23389496" cy="13716000"/>
          </a:xfrm>
          <a:prstGeom prst="rect">
            <a:avLst/>
          </a:prstGeom>
        </p:spPr>
      </p:pic>
      <p:sp>
        <p:nvSpPr>
          <p:cNvPr id="3" name="Shape 0"/>
          <p:cNvSpPr/>
          <p:nvPr/>
        </p:nvSpPr>
        <p:spPr>
          <a:xfrm>
            <a:off x="23370921" y="10515600"/>
            <a:ext cx="1016127" cy="3200400"/>
          </a:xfrm>
          <a:prstGeom prst="rect">
            <a:avLst/>
          </a:prstGeom>
          <a:noFill/>
          <a:ln/>
        </p:spPr>
      </p:sp>
      <p:pic>
        <p:nvPicPr>
          <p:cNvPr id="4" name="Image 1" descr=" ">    </p:cNvPr>
          <p:cNvPicPr>
            <a:picLocks noChangeAspect="1"/>
          </p:cNvPicPr>
          <p:nvPr/>
        </p:nvPicPr>
        <p:blipFill>
          <a:blip r:embed="rId3"/>
          <a:stretch>
            <a:fillRect/>
          </a:stretch>
        </p:blipFill>
        <p:spPr>
          <a:xfrm>
            <a:off x="23523340" y="10820400"/>
            <a:ext cx="711289" cy="2590800"/>
          </a:xfrm>
          <a:prstGeom prst="rect">
            <a:avLst/>
          </a:prstGeom>
        </p:spPr>
      </p:pic>
      <p:sp>
        <p:nvSpPr>
          <p:cNvPr id="5" name="Shape 1"/>
          <p:cNvSpPr/>
          <p:nvPr/>
        </p:nvSpPr>
        <p:spPr>
          <a:xfrm>
            <a:off x="4305838" y="3403600"/>
            <a:ext cx="15762670" cy="6921500"/>
          </a:xfrm>
          <a:prstGeom prst="rect">
            <a:avLst/>
          </a:prstGeom>
          <a:noFill/>
          <a:ln/>
        </p:spPr>
      </p:sp>
      <p:sp>
        <p:nvSpPr>
          <p:cNvPr id="6" name="Shape 2"/>
          <p:cNvSpPr/>
          <p:nvPr/>
        </p:nvSpPr>
        <p:spPr>
          <a:xfrm>
            <a:off x="4305838" y="3403600"/>
            <a:ext cx="15762670" cy="5549900"/>
          </a:xfrm>
          <a:prstGeom prst="rect">
            <a:avLst/>
          </a:prstGeom>
          <a:noFill/>
          <a:ln/>
        </p:spPr>
      </p:sp>
      <p:sp>
        <p:nvSpPr>
          <p:cNvPr id="7" name="Text 3"/>
          <p:cNvSpPr/>
          <p:nvPr/>
        </p:nvSpPr>
        <p:spPr>
          <a:xfrm>
            <a:off x="6922365" y="3403600"/>
            <a:ext cx="10529616" cy="5384800"/>
          </a:xfrm>
          <a:prstGeom prst="rect">
            <a:avLst/>
          </a:prstGeom>
          <a:noFill/>
          <a:ln/>
        </p:spPr>
        <p:txBody>
          <a:bodyPr wrap="square" lIns="0" tIns="0" rIns="0" bIns="0" rtlCol="0" anchor="t"/>
          <a:lstStyle/>
          <a:p>
            <a:pPr algn="ctr" indent="0" marL="0">
              <a:buNone/>
            </a:pPr>
            <a:r>
              <a:rPr lang="en-US" sz="24000" dirty="0">
                <a:solidFill>
                  <a:srgbClr val="272727">
                    <a:alpha val="100000"/>
                  </a:srgbClr>
                </a:solidFill>
                <a:latin typeface="Teko Bold" pitchFamily="34" charset="0"/>
                <a:ea typeface="Teko Bold" pitchFamily="34" charset="-122"/>
                <a:cs typeface="Teko Bold" pitchFamily="34" charset="-120"/>
              </a:rPr>
              <a:t>234,567</a:t>
            </a:r>
            <a:endParaRPr lang="en-US" sz="24000" dirty="0"/>
          </a:p>
        </p:txBody>
      </p:sp>
      <p:sp>
        <p:nvSpPr>
          <p:cNvPr id="8" name="Text 4"/>
          <p:cNvSpPr/>
          <p:nvPr/>
        </p:nvSpPr>
        <p:spPr>
          <a:xfrm>
            <a:off x="4170355" y="7975600"/>
            <a:ext cx="16033637" cy="1248833"/>
          </a:xfrm>
          <a:prstGeom prst="rect">
            <a:avLst/>
          </a:prstGeom>
          <a:noFill/>
          <a:ln/>
        </p:spPr>
        <p:txBody>
          <a:bodyPr wrap="square" lIns="0" tIns="0" rIns="0" bIns="0" rtlCol="0" anchor="t"/>
          <a:lstStyle/>
          <a:p>
            <a:pPr algn="ctr" indent="0" marL="0">
              <a:buNone/>
            </a:pPr>
            <a:r>
              <a:rPr lang="en-US" sz="6400" spc="256" kern="0" dirty="0">
                <a:solidFill>
                  <a:srgbClr val="0E0E0E">
                    <a:alpha val="100000"/>
                  </a:srgbClr>
                </a:solidFill>
                <a:latin typeface="Lato Bold" pitchFamily="34" charset="0"/>
                <a:ea typeface="Lato Bold" pitchFamily="34" charset="-122"/>
                <a:cs typeface="Lato Bold" pitchFamily="34" charset="-120"/>
              </a:rPr>
              <a:t>Unicorn Sightings</a:t>
            </a:r>
            <a:endParaRPr lang="en-US" sz="6400" dirty="0"/>
          </a:p>
        </p:txBody>
      </p:sp>
      <p:sp>
        <p:nvSpPr>
          <p:cNvPr id="9" name="Text 5"/>
          <p:cNvSpPr/>
          <p:nvPr/>
        </p:nvSpPr>
        <p:spPr>
          <a:xfrm>
            <a:off x="7483352" y="9359900"/>
            <a:ext cx="9407642" cy="1100667"/>
          </a:xfrm>
          <a:prstGeom prst="rect">
            <a:avLst/>
          </a:prstGeom>
          <a:noFill/>
          <a:ln/>
        </p:spPr>
        <p:txBody>
          <a:bodyPr wrap="square" lIns="0" tIns="0" rIns="0" bIns="0" rtlCol="0" anchor="t"/>
          <a:lstStyle/>
          <a:p>
            <a:pPr algn="ctr"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A tally of the number of unicorns spotted in the fantasy realm.</a:t>
            </a:r>
            <a:endParaRPr lang="en-US" sz="3200" dirty="0"/>
          </a:p>
        </p:txBody>
      </p:sp>
      <p:pic>
        <p:nvPicPr>
          <p:cNvPr id="10" name="Image 2" descr=" ">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9152" y="7975600"/>
            <a:ext cx="6325391" cy="56261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D261A"/>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9717" y="0"/>
            <a:ext cx="23389496" cy="13716000"/>
          </a:xfrm>
          <a:prstGeom prst="rect">
            <a:avLst/>
          </a:prstGeom>
        </p:spPr>
      </p:pic>
      <p:sp>
        <p:nvSpPr>
          <p:cNvPr id="3" name="Shape 0"/>
          <p:cNvSpPr/>
          <p:nvPr/>
        </p:nvSpPr>
        <p:spPr>
          <a:xfrm>
            <a:off x="23370921" y="10515600"/>
            <a:ext cx="1016127" cy="3200400"/>
          </a:xfrm>
          <a:prstGeom prst="rect">
            <a:avLst/>
          </a:prstGeom>
          <a:noFill/>
          <a:ln/>
        </p:spPr>
      </p:sp>
      <p:pic>
        <p:nvPicPr>
          <p:cNvPr id="4" name="Image 1" descr=" ">    </p:cNvPr>
          <p:cNvPicPr>
            <a:picLocks noChangeAspect="1"/>
          </p:cNvPicPr>
          <p:nvPr/>
        </p:nvPicPr>
        <p:blipFill>
          <a:blip r:embed="rId3"/>
          <a:stretch>
            <a:fillRect/>
          </a:stretch>
        </p:blipFill>
        <p:spPr>
          <a:xfrm>
            <a:off x="23523340" y="10820400"/>
            <a:ext cx="711289" cy="2590800"/>
          </a:xfrm>
          <a:prstGeom prst="rect">
            <a:avLst/>
          </a:prstGeom>
        </p:spPr>
      </p:pic>
      <p:sp>
        <p:nvSpPr>
          <p:cNvPr id="5" name="Shape 1"/>
          <p:cNvSpPr/>
          <p:nvPr/>
        </p:nvSpPr>
        <p:spPr>
          <a:xfrm>
            <a:off x="3391324" y="3263900"/>
            <a:ext cx="7874984" cy="2806700"/>
          </a:xfrm>
          <a:prstGeom prst="rect">
            <a:avLst/>
          </a:prstGeom>
          <a:noFill/>
          <a:ln/>
        </p:spPr>
      </p:sp>
      <p:sp>
        <p:nvSpPr>
          <p:cNvPr id="6" name="Shape 2"/>
          <p:cNvSpPr/>
          <p:nvPr/>
        </p:nvSpPr>
        <p:spPr>
          <a:xfrm>
            <a:off x="4147068" y="3263900"/>
            <a:ext cx="6363495" cy="2324100"/>
          </a:xfrm>
          <a:prstGeom prst="rect">
            <a:avLst/>
          </a:prstGeom>
          <a:noFill/>
          <a:ln/>
        </p:spPr>
      </p:sp>
      <p:sp>
        <p:nvSpPr>
          <p:cNvPr id="7" name="Text 3"/>
          <p:cNvSpPr/>
          <p:nvPr/>
        </p:nvSpPr>
        <p:spPr>
          <a:xfrm>
            <a:off x="4147068" y="3263900"/>
            <a:ext cx="6905430" cy="2865967"/>
          </a:xfrm>
          <a:prstGeom prst="rect">
            <a:avLst/>
          </a:prstGeom>
          <a:noFill/>
          <a:ln/>
        </p:spPr>
        <p:txBody>
          <a:bodyPr wrap="square" lIns="0" tIns="0" rIns="0" bIns="0" rtlCol="0" anchor="t"/>
          <a:lstStyle/>
          <a:p>
            <a:pPr algn="l" indent="0" marL="0">
              <a:buNone/>
            </a:pPr>
            <a:r>
              <a:rPr lang="en-US" sz="12800" dirty="0">
                <a:solidFill>
                  <a:srgbClr val="E9D7C2">
                    <a:alpha val="100000"/>
                  </a:srgbClr>
                </a:solidFill>
                <a:latin typeface="Teko Bold" pitchFamily="34" charset="0"/>
                <a:ea typeface="Teko Bold" pitchFamily="34" charset="-122"/>
                <a:cs typeface="Teko Bold" pitchFamily="34" charset="-120"/>
              </a:rPr>
              <a:t>233 COINS</a:t>
            </a:r>
            <a:endParaRPr lang="en-US" sz="12800" dirty="0"/>
          </a:p>
        </p:txBody>
      </p:sp>
      <p:sp>
        <p:nvSpPr>
          <p:cNvPr id="8" name="Shape 4"/>
          <p:cNvSpPr/>
          <p:nvPr/>
        </p:nvSpPr>
        <p:spPr>
          <a:xfrm>
            <a:off x="3391324" y="5588000"/>
            <a:ext cx="7874984" cy="482600"/>
          </a:xfrm>
          <a:prstGeom prst="rect">
            <a:avLst/>
          </a:prstGeom>
          <a:noFill/>
          <a:ln/>
        </p:spPr>
      </p:sp>
      <p:sp>
        <p:nvSpPr>
          <p:cNvPr id="9" name="Text 5"/>
          <p:cNvSpPr/>
          <p:nvPr/>
        </p:nvSpPr>
        <p:spPr>
          <a:xfrm>
            <a:off x="3323582" y="5588000"/>
            <a:ext cx="8010468" cy="618067"/>
          </a:xfrm>
          <a:prstGeom prst="rect">
            <a:avLst/>
          </a:prstGeom>
          <a:noFill/>
          <a:ln/>
        </p:spPr>
        <p:txBody>
          <a:bodyPr wrap="square" lIns="0" tIns="0" rIns="0" bIns="0" rtlCol="0" anchor="t"/>
          <a:lstStyle/>
          <a:p>
            <a:pPr algn="ctr" indent="0" marL="0">
              <a:spcAft>
                <a:spcPts val="8000"/>
              </a:spcAft>
              <a:buNone/>
            </a:pPr>
            <a:r>
              <a:rPr lang="en-US" sz="3200" dirty="0">
                <a:solidFill>
                  <a:srgbClr val="E9D7C2">
                    <a:alpha val="100000"/>
                  </a:srgbClr>
                </a:solidFill>
                <a:latin typeface="Lato Regular" pitchFamily="34" charset="0"/>
                <a:ea typeface="Lato Regular" pitchFamily="34" charset="-122"/>
                <a:cs typeface="Lato Regular" pitchFamily="34" charset="-120"/>
              </a:rPr>
              <a:t>Treasure Found</a:t>
            </a:r>
            <a:endParaRPr lang="en-US" sz="3200" dirty="0"/>
          </a:p>
        </p:txBody>
      </p:sp>
      <p:sp>
        <p:nvSpPr>
          <p:cNvPr id="10" name="Shape 6"/>
          <p:cNvSpPr/>
          <p:nvPr/>
        </p:nvSpPr>
        <p:spPr>
          <a:xfrm>
            <a:off x="3391324" y="6985000"/>
            <a:ext cx="7874984" cy="2806700"/>
          </a:xfrm>
          <a:prstGeom prst="rect">
            <a:avLst/>
          </a:prstGeom>
          <a:noFill/>
          <a:ln/>
        </p:spPr>
      </p:sp>
      <p:sp>
        <p:nvSpPr>
          <p:cNvPr id="11" name="Shape 7"/>
          <p:cNvSpPr/>
          <p:nvPr/>
        </p:nvSpPr>
        <p:spPr>
          <a:xfrm>
            <a:off x="3835879" y="6985000"/>
            <a:ext cx="6985873" cy="2324100"/>
          </a:xfrm>
          <a:prstGeom prst="rect">
            <a:avLst/>
          </a:prstGeom>
          <a:noFill/>
          <a:ln/>
        </p:spPr>
      </p:sp>
      <p:sp>
        <p:nvSpPr>
          <p:cNvPr id="12" name="Text 8"/>
          <p:cNvSpPr/>
          <p:nvPr/>
        </p:nvSpPr>
        <p:spPr>
          <a:xfrm>
            <a:off x="3835879" y="6985000"/>
            <a:ext cx="7527808" cy="2865967"/>
          </a:xfrm>
          <a:prstGeom prst="rect">
            <a:avLst/>
          </a:prstGeom>
          <a:noFill/>
          <a:ln/>
        </p:spPr>
        <p:txBody>
          <a:bodyPr wrap="square" lIns="0" tIns="0" rIns="0" bIns="0" rtlCol="0" anchor="t"/>
          <a:lstStyle/>
          <a:p>
            <a:pPr algn="l" indent="0" marL="0">
              <a:buNone/>
            </a:pPr>
            <a:r>
              <a:rPr lang="en-US" sz="12800" dirty="0">
                <a:solidFill>
                  <a:srgbClr val="E9D7C2">
                    <a:alpha val="100000"/>
                  </a:srgbClr>
                </a:solidFill>
                <a:latin typeface="Teko Bold" pitchFamily="34" charset="0"/>
                <a:ea typeface="Teko Bold" pitchFamily="34" charset="-122"/>
                <a:cs typeface="Teko Bold" pitchFamily="34" charset="-120"/>
              </a:rPr>
              <a:t>456 HOURS</a:t>
            </a:r>
            <a:endParaRPr lang="en-US" sz="12800" dirty="0"/>
          </a:p>
        </p:txBody>
      </p:sp>
      <p:sp>
        <p:nvSpPr>
          <p:cNvPr id="13" name="Shape 9"/>
          <p:cNvSpPr/>
          <p:nvPr/>
        </p:nvSpPr>
        <p:spPr>
          <a:xfrm>
            <a:off x="3391324" y="9309100"/>
            <a:ext cx="7874984" cy="482600"/>
          </a:xfrm>
          <a:prstGeom prst="rect">
            <a:avLst/>
          </a:prstGeom>
          <a:noFill/>
          <a:ln/>
        </p:spPr>
      </p:sp>
      <p:sp>
        <p:nvSpPr>
          <p:cNvPr id="14" name="Text 10"/>
          <p:cNvSpPr/>
          <p:nvPr/>
        </p:nvSpPr>
        <p:spPr>
          <a:xfrm>
            <a:off x="3323582" y="9309100"/>
            <a:ext cx="8010468" cy="618067"/>
          </a:xfrm>
          <a:prstGeom prst="rect">
            <a:avLst/>
          </a:prstGeom>
          <a:noFill/>
          <a:ln/>
        </p:spPr>
        <p:txBody>
          <a:bodyPr wrap="square" lIns="0" tIns="0" rIns="0" bIns="0" rtlCol="0" anchor="t"/>
          <a:lstStyle/>
          <a:p>
            <a:pPr algn="ctr" indent="0" marL="0">
              <a:spcAft>
                <a:spcPts val="8000"/>
              </a:spcAft>
              <a:buNone/>
            </a:pPr>
            <a:r>
              <a:rPr lang="en-US" sz="3200" dirty="0">
                <a:solidFill>
                  <a:srgbClr val="E9D7C2">
                    <a:alpha val="100000"/>
                  </a:srgbClr>
                </a:solidFill>
                <a:latin typeface="Lato Regular" pitchFamily="34" charset="0"/>
                <a:ea typeface="Lato Regular" pitchFamily="34" charset="-122"/>
                <a:cs typeface="Lato Regular" pitchFamily="34" charset="-120"/>
              </a:rPr>
              <a:t>Duration of Spell Casting</a:t>
            </a:r>
            <a:endParaRPr lang="en-US" sz="3200" dirty="0"/>
          </a:p>
        </p:txBody>
      </p:sp>
      <p:sp>
        <p:nvSpPr>
          <p:cNvPr id="15" name="Shape 11"/>
          <p:cNvSpPr/>
          <p:nvPr/>
        </p:nvSpPr>
        <p:spPr>
          <a:xfrm>
            <a:off x="13552594" y="3263900"/>
            <a:ext cx="7874984" cy="2806700"/>
          </a:xfrm>
          <a:prstGeom prst="rect">
            <a:avLst/>
          </a:prstGeom>
          <a:noFill/>
          <a:ln/>
        </p:spPr>
      </p:sp>
      <p:sp>
        <p:nvSpPr>
          <p:cNvPr id="16" name="Shape 12"/>
          <p:cNvSpPr/>
          <p:nvPr/>
        </p:nvSpPr>
        <p:spPr>
          <a:xfrm>
            <a:off x="15946843" y="3263900"/>
            <a:ext cx="3086486" cy="2324100"/>
          </a:xfrm>
          <a:prstGeom prst="rect">
            <a:avLst/>
          </a:prstGeom>
          <a:noFill/>
          <a:ln/>
        </p:spPr>
      </p:sp>
      <p:sp>
        <p:nvSpPr>
          <p:cNvPr id="17" name="Text 13"/>
          <p:cNvSpPr/>
          <p:nvPr/>
        </p:nvSpPr>
        <p:spPr>
          <a:xfrm>
            <a:off x="15946843" y="3263900"/>
            <a:ext cx="3628420" cy="2865967"/>
          </a:xfrm>
          <a:prstGeom prst="rect">
            <a:avLst/>
          </a:prstGeom>
          <a:noFill/>
          <a:ln/>
        </p:spPr>
        <p:txBody>
          <a:bodyPr wrap="square" lIns="0" tIns="0" rIns="0" bIns="0" rtlCol="0" anchor="t"/>
          <a:lstStyle/>
          <a:p>
            <a:pPr algn="l" indent="0" marL="0">
              <a:buNone/>
            </a:pPr>
            <a:r>
              <a:rPr lang="en-US" sz="12800" dirty="0">
                <a:solidFill>
                  <a:srgbClr val="E9D7C2">
                    <a:alpha val="100000"/>
                  </a:srgbClr>
                </a:solidFill>
                <a:latin typeface="Teko Bold" pitchFamily="34" charset="0"/>
                <a:ea typeface="Teko Bold" pitchFamily="34" charset="-122"/>
                <a:cs typeface="Teko Bold" pitchFamily="34" charset="-120"/>
              </a:rPr>
              <a:t>85%</a:t>
            </a:r>
            <a:endParaRPr lang="en-US" sz="12800" dirty="0"/>
          </a:p>
        </p:txBody>
      </p:sp>
      <p:sp>
        <p:nvSpPr>
          <p:cNvPr id="18" name="Shape 14"/>
          <p:cNvSpPr/>
          <p:nvPr/>
        </p:nvSpPr>
        <p:spPr>
          <a:xfrm>
            <a:off x="13552594" y="5588000"/>
            <a:ext cx="7874984" cy="482600"/>
          </a:xfrm>
          <a:prstGeom prst="rect">
            <a:avLst/>
          </a:prstGeom>
          <a:noFill/>
          <a:ln/>
        </p:spPr>
      </p:sp>
      <p:sp>
        <p:nvSpPr>
          <p:cNvPr id="19" name="Text 15"/>
          <p:cNvSpPr/>
          <p:nvPr/>
        </p:nvSpPr>
        <p:spPr>
          <a:xfrm>
            <a:off x="13484852" y="5588000"/>
            <a:ext cx="8010468" cy="618067"/>
          </a:xfrm>
          <a:prstGeom prst="rect">
            <a:avLst/>
          </a:prstGeom>
          <a:noFill/>
          <a:ln/>
        </p:spPr>
        <p:txBody>
          <a:bodyPr wrap="square" lIns="0" tIns="0" rIns="0" bIns="0" rtlCol="0" anchor="t"/>
          <a:lstStyle/>
          <a:p>
            <a:pPr algn="ctr" indent="0" marL="0">
              <a:spcAft>
                <a:spcPts val="8000"/>
              </a:spcAft>
              <a:buNone/>
            </a:pPr>
            <a:r>
              <a:rPr lang="en-US" sz="3200" dirty="0">
                <a:solidFill>
                  <a:srgbClr val="E9D7C2">
                    <a:alpha val="100000"/>
                  </a:srgbClr>
                </a:solidFill>
                <a:latin typeface="Lato Regular" pitchFamily="34" charset="0"/>
                <a:ea typeface="Lato Regular" pitchFamily="34" charset="-122"/>
                <a:cs typeface="Lato Regular" pitchFamily="34" charset="-120"/>
              </a:rPr>
              <a:t>Wished Granted</a:t>
            </a:r>
            <a:endParaRPr lang="en-US" sz="3200" dirty="0"/>
          </a:p>
        </p:txBody>
      </p:sp>
      <p:sp>
        <p:nvSpPr>
          <p:cNvPr id="20" name="Shape 16"/>
          <p:cNvSpPr/>
          <p:nvPr/>
        </p:nvSpPr>
        <p:spPr>
          <a:xfrm>
            <a:off x="13552594" y="6985000"/>
            <a:ext cx="7874984" cy="2806700"/>
          </a:xfrm>
          <a:prstGeom prst="rect">
            <a:avLst/>
          </a:prstGeom>
          <a:noFill/>
          <a:ln/>
        </p:spPr>
      </p:sp>
      <p:sp>
        <p:nvSpPr>
          <p:cNvPr id="21" name="Shape 17"/>
          <p:cNvSpPr/>
          <p:nvPr/>
        </p:nvSpPr>
        <p:spPr>
          <a:xfrm>
            <a:off x="15152994" y="6985000"/>
            <a:ext cx="4674184" cy="2324100"/>
          </a:xfrm>
          <a:prstGeom prst="rect">
            <a:avLst/>
          </a:prstGeom>
          <a:noFill/>
          <a:ln/>
        </p:spPr>
      </p:sp>
      <p:sp>
        <p:nvSpPr>
          <p:cNvPr id="22" name="Text 18"/>
          <p:cNvSpPr/>
          <p:nvPr/>
        </p:nvSpPr>
        <p:spPr>
          <a:xfrm>
            <a:off x="15152994" y="6985000"/>
            <a:ext cx="5216119" cy="2865967"/>
          </a:xfrm>
          <a:prstGeom prst="rect">
            <a:avLst/>
          </a:prstGeom>
          <a:noFill/>
          <a:ln/>
        </p:spPr>
        <p:txBody>
          <a:bodyPr wrap="square" lIns="0" tIns="0" rIns="0" bIns="0" rtlCol="0" anchor="t"/>
          <a:lstStyle/>
          <a:p>
            <a:pPr algn="l" indent="0" marL="0">
              <a:buNone/>
            </a:pPr>
            <a:r>
              <a:rPr lang="en-US" sz="12800" dirty="0">
                <a:solidFill>
                  <a:srgbClr val="E9D7C2">
                    <a:alpha val="100000"/>
                  </a:srgbClr>
                </a:solidFill>
                <a:latin typeface="Teko Bold" pitchFamily="34" charset="0"/>
                <a:ea typeface="Teko Bold" pitchFamily="34" charset="-122"/>
                <a:cs typeface="Teko Bold" pitchFamily="34" charset="-120"/>
              </a:rPr>
              <a:t>535 KM</a:t>
            </a:r>
            <a:endParaRPr lang="en-US" sz="12800" dirty="0"/>
          </a:p>
        </p:txBody>
      </p:sp>
      <p:sp>
        <p:nvSpPr>
          <p:cNvPr id="23" name="Shape 19"/>
          <p:cNvSpPr/>
          <p:nvPr/>
        </p:nvSpPr>
        <p:spPr>
          <a:xfrm>
            <a:off x="13552594" y="9309100"/>
            <a:ext cx="7874984" cy="482600"/>
          </a:xfrm>
          <a:prstGeom prst="rect">
            <a:avLst/>
          </a:prstGeom>
          <a:noFill/>
          <a:ln/>
        </p:spPr>
      </p:sp>
      <p:sp>
        <p:nvSpPr>
          <p:cNvPr id="24" name="Text 20"/>
          <p:cNvSpPr/>
          <p:nvPr/>
        </p:nvSpPr>
        <p:spPr>
          <a:xfrm>
            <a:off x="13484852" y="9309100"/>
            <a:ext cx="8010468" cy="618067"/>
          </a:xfrm>
          <a:prstGeom prst="rect">
            <a:avLst/>
          </a:prstGeom>
          <a:noFill/>
          <a:ln/>
        </p:spPr>
        <p:txBody>
          <a:bodyPr wrap="square" lIns="0" tIns="0" rIns="0" bIns="0" rtlCol="0" anchor="t"/>
          <a:lstStyle/>
          <a:p>
            <a:pPr algn="ctr" indent="0" marL="0">
              <a:spcAft>
                <a:spcPts val="8000"/>
              </a:spcAft>
              <a:buNone/>
            </a:pPr>
            <a:r>
              <a:rPr lang="en-US" sz="3200" dirty="0">
                <a:solidFill>
                  <a:srgbClr val="E9D7C2">
                    <a:alpha val="100000"/>
                  </a:srgbClr>
                </a:solidFill>
                <a:latin typeface="Lato Regular" pitchFamily="34" charset="0"/>
                <a:ea typeface="Lato Regular" pitchFamily="34" charset="-122"/>
                <a:cs typeface="Lato Regular" pitchFamily="34" charset="-120"/>
              </a:rPr>
              <a:t>Journey Distance</a:t>
            </a:r>
            <a:endParaRPr lang="en-US" sz="3200" dirty="0"/>
          </a:p>
        </p:txBody>
      </p:sp>
      <p:pic>
        <p:nvPicPr>
          <p:cNvPr id="25" name="Image 2" descr=" ">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925365" y="0"/>
            <a:ext cx="5461683" cy="53213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9D7C2"/>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652206" y="6057900"/>
            <a:ext cx="12726988" cy="7658100"/>
          </a:xfrm>
          <a:prstGeom prst="rect">
            <a:avLst/>
          </a:prstGeom>
        </p:spPr>
      </p:pic>
      <p:sp>
        <p:nvSpPr>
          <p:cNvPr id="3" name="Shape 0"/>
          <p:cNvSpPr/>
          <p:nvPr/>
        </p:nvSpPr>
        <p:spPr>
          <a:xfrm>
            <a:off x="23370921" y="10515600"/>
            <a:ext cx="1016127" cy="3200400"/>
          </a:xfrm>
          <a:prstGeom prst="rect">
            <a:avLst/>
          </a:prstGeom>
          <a:noFill/>
          <a:ln/>
        </p:spPr>
      </p:sp>
      <p:pic>
        <p:nvPicPr>
          <p:cNvPr id="4" name="Image 1" descr=" ">    </p:cNvPr>
          <p:cNvPicPr>
            <a:picLocks noChangeAspect="1"/>
          </p:cNvPicPr>
          <p:nvPr/>
        </p:nvPicPr>
        <p:blipFill>
          <a:blip r:embed="rId3"/>
          <a:stretch>
            <a:fillRect/>
          </a:stretch>
        </p:blipFill>
        <p:spPr>
          <a:xfrm>
            <a:off x="23523340" y="10820400"/>
            <a:ext cx="711289" cy="2590800"/>
          </a:xfrm>
          <a:prstGeom prst="rect">
            <a:avLst/>
          </a:prstGeom>
        </p:spPr>
      </p:pic>
      <p:sp>
        <p:nvSpPr>
          <p:cNvPr id="5" name="Text 1"/>
          <p:cNvSpPr/>
          <p:nvPr/>
        </p:nvSpPr>
        <p:spPr>
          <a:xfrm>
            <a:off x="6841922" y="1143000"/>
            <a:ext cx="10690503" cy="1799167"/>
          </a:xfrm>
          <a:prstGeom prst="rect">
            <a:avLst/>
          </a:prstGeom>
          <a:noFill/>
          <a:ln/>
        </p:spPr>
        <p:txBody>
          <a:bodyPr wrap="square" lIns="0" tIns="0" rIns="0" bIns="0" rtlCol="0" anchor="t"/>
          <a:lstStyle/>
          <a:p>
            <a:pPr algn="ctr" indent="0" marL="0">
              <a:buNone/>
            </a:pPr>
            <a:r>
              <a:rPr lang="en-US" sz="8000" dirty="0">
                <a:solidFill>
                  <a:srgbClr val="272727">
                    <a:alpha val="100000"/>
                  </a:srgbClr>
                </a:solidFill>
                <a:latin typeface="Teko Bold" pitchFamily="34" charset="0"/>
                <a:ea typeface="Teko Bold" pitchFamily="34" charset="-122"/>
                <a:cs typeface="Teko Bold" pitchFamily="34" charset="-120"/>
              </a:rPr>
              <a:t>SOME GRAPH</a:t>
            </a:r>
            <a:endParaRPr lang="en-US" sz="8000" dirty="0"/>
          </a:p>
        </p:txBody>
      </p:sp>
      <p:sp>
        <p:nvSpPr>
          <p:cNvPr id="6" name="Shape 2"/>
          <p:cNvSpPr/>
          <p:nvPr/>
        </p:nvSpPr>
        <p:spPr>
          <a:xfrm>
            <a:off x="2718140" y="3771900"/>
            <a:ext cx="8941918" cy="6180901"/>
          </a:xfrm>
          <a:prstGeom prst="rect">
            <a:avLst/>
          </a:prstGeom>
          <a:noFill/>
          <a:ln/>
        </p:spPr>
      </p:sp>
      <p:sp>
        <p:nvSpPr>
          <p:cNvPr id="7" name="Text 3"/>
          <p:cNvSpPr/>
          <p:nvPr/>
        </p:nvSpPr>
        <p:spPr>
          <a:xfrm>
            <a:off x="2986455" y="8999513"/>
            <a:ext cx="216821" cy="356494"/>
          </a:xfrm>
          <a:prstGeom prst="rect">
            <a:avLst/>
          </a:prstGeom>
          <a:noFill/>
          <a:ln/>
        </p:spPr>
        <p:txBody>
          <a:bodyPr wrap="square" lIns="0" tIns="0" rIns="0" bIns="0" rtlCol="0" anchor="t"/>
          <a:lstStyle/>
          <a:p>
            <a:pPr algn="l" indent="0" marL="0">
              <a:buNone/>
            </a:pPr>
            <a:r>
              <a:rPr lang="en-US" sz="1821" dirty="0">
                <a:solidFill>
                  <a:srgbClr val="3D261A">
                    <a:alpha val="100000"/>
                  </a:srgbClr>
                </a:solidFill>
                <a:latin typeface="Lato Regular" pitchFamily="34" charset="0"/>
                <a:ea typeface="Lato Regular" pitchFamily="34" charset="-122"/>
                <a:cs typeface="Lato Regular" pitchFamily="34" charset="-120"/>
              </a:rPr>
              <a:t>0</a:t>
            </a:r>
            <a:endParaRPr lang="en-US" sz="1821" dirty="0"/>
          </a:p>
        </p:txBody>
      </p:sp>
      <p:sp>
        <p:nvSpPr>
          <p:cNvPr id="8" name="Text 4"/>
          <p:cNvSpPr/>
          <p:nvPr/>
        </p:nvSpPr>
        <p:spPr>
          <a:xfrm>
            <a:off x="3331658" y="9622606"/>
            <a:ext cx="257645" cy="422713"/>
          </a:xfrm>
          <a:prstGeom prst="rect">
            <a:avLst/>
          </a:prstGeom>
          <a:noFill/>
          <a:ln/>
        </p:spPr>
        <p:txBody>
          <a:bodyPr wrap="square" lIns="0" tIns="0" rIns="0" bIns="0" rtlCol="0" anchor="t"/>
          <a:lstStyle/>
          <a:p>
            <a:pPr algn="l" indent="0" marL="0">
              <a:buNone/>
            </a:pPr>
            <a:r>
              <a:rPr lang="en-US" sz="2185" dirty="0">
                <a:solidFill>
                  <a:srgbClr val="3D261A">
                    <a:alpha val="100000"/>
                  </a:srgbClr>
                </a:solidFill>
                <a:latin typeface="Lato Regular" pitchFamily="34" charset="0"/>
                <a:ea typeface="Lato Regular" pitchFamily="34" charset="-122"/>
                <a:cs typeface="Lato Regular" pitchFamily="34" charset="-120"/>
              </a:rPr>
              <a:t>1</a:t>
            </a:r>
            <a:endParaRPr lang="en-US" sz="2185" dirty="0"/>
          </a:p>
        </p:txBody>
      </p:sp>
      <p:sp>
        <p:nvSpPr>
          <p:cNvPr id="9" name="Text 5"/>
          <p:cNvSpPr/>
          <p:nvPr/>
        </p:nvSpPr>
        <p:spPr>
          <a:xfrm>
            <a:off x="4470732" y="9622606"/>
            <a:ext cx="257645" cy="422713"/>
          </a:xfrm>
          <a:prstGeom prst="rect">
            <a:avLst/>
          </a:prstGeom>
          <a:noFill/>
          <a:ln/>
        </p:spPr>
        <p:txBody>
          <a:bodyPr wrap="square" lIns="0" tIns="0" rIns="0" bIns="0" rtlCol="0" anchor="t"/>
          <a:lstStyle/>
          <a:p>
            <a:pPr algn="l" indent="0" marL="0">
              <a:buNone/>
            </a:pPr>
            <a:r>
              <a:rPr lang="en-US" sz="2185" dirty="0">
                <a:solidFill>
                  <a:srgbClr val="3D261A">
                    <a:alpha val="100000"/>
                  </a:srgbClr>
                </a:solidFill>
                <a:latin typeface="Lato Regular" pitchFamily="34" charset="0"/>
                <a:ea typeface="Lato Regular" pitchFamily="34" charset="-122"/>
                <a:cs typeface="Lato Regular" pitchFamily="34" charset="-120"/>
              </a:rPr>
              <a:t>2</a:t>
            </a:r>
            <a:endParaRPr lang="en-US" sz="2185" dirty="0"/>
          </a:p>
        </p:txBody>
      </p:sp>
      <p:sp>
        <p:nvSpPr>
          <p:cNvPr id="10" name="Text 6"/>
          <p:cNvSpPr/>
          <p:nvPr/>
        </p:nvSpPr>
        <p:spPr>
          <a:xfrm>
            <a:off x="5609804" y="9622606"/>
            <a:ext cx="257645" cy="422713"/>
          </a:xfrm>
          <a:prstGeom prst="rect">
            <a:avLst/>
          </a:prstGeom>
          <a:noFill/>
          <a:ln/>
        </p:spPr>
        <p:txBody>
          <a:bodyPr wrap="square" lIns="0" tIns="0" rIns="0" bIns="0" rtlCol="0" anchor="t"/>
          <a:lstStyle/>
          <a:p>
            <a:pPr algn="l" indent="0" marL="0">
              <a:buNone/>
            </a:pPr>
            <a:r>
              <a:rPr lang="en-US" sz="2185" dirty="0">
                <a:solidFill>
                  <a:srgbClr val="3D261A">
                    <a:alpha val="100000"/>
                  </a:srgbClr>
                </a:solidFill>
                <a:latin typeface="Lato Regular" pitchFamily="34" charset="0"/>
                <a:ea typeface="Lato Regular" pitchFamily="34" charset="-122"/>
                <a:cs typeface="Lato Regular" pitchFamily="34" charset="-120"/>
              </a:rPr>
              <a:t>3</a:t>
            </a:r>
            <a:endParaRPr lang="en-US" sz="2185" dirty="0"/>
          </a:p>
        </p:txBody>
      </p:sp>
      <p:sp>
        <p:nvSpPr>
          <p:cNvPr id="11" name="Text 7"/>
          <p:cNvSpPr/>
          <p:nvPr/>
        </p:nvSpPr>
        <p:spPr>
          <a:xfrm>
            <a:off x="6748878" y="9622606"/>
            <a:ext cx="257645" cy="422713"/>
          </a:xfrm>
          <a:prstGeom prst="rect">
            <a:avLst/>
          </a:prstGeom>
          <a:noFill/>
          <a:ln/>
        </p:spPr>
        <p:txBody>
          <a:bodyPr wrap="square" lIns="0" tIns="0" rIns="0" bIns="0" rtlCol="0" anchor="t"/>
          <a:lstStyle/>
          <a:p>
            <a:pPr algn="l" indent="0" marL="0">
              <a:buNone/>
            </a:pPr>
            <a:r>
              <a:rPr lang="en-US" sz="2185" dirty="0">
                <a:solidFill>
                  <a:srgbClr val="3D261A">
                    <a:alpha val="100000"/>
                  </a:srgbClr>
                </a:solidFill>
                <a:latin typeface="Lato Regular" pitchFamily="34" charset="0"/>
                <a:ea typeface="Lato Regular" pitchFamily="34" charset="-122"/>
                <a:cs typeface="Lato Regular" pitchFamily="34" charset="-120"/>
              </a:rPr>
              <a:t>4</a:t>
            </a:r>
            <a:endParaRPr lang="en-US" sz="2185" dirty="0"/>
          </a:p>
        </p:txBody>
      </p:sp>
      <p:sp>
        <p:nvSpPr>
          <p:cNvPr id="12" name="Text 8"/>
          <p:cNvSpPr/>
          <p:nvPr/>
        </p:nvSpPr>
        <p:spPr>
          <a:xfrm>
            <a:off x="7887996" y="9622606"/>
            <a:ext cx="257645" cy="422713"/>
          </a:xfrm>
          <a:prstGeom prst="rect">
            <a:avLst/>
          </a:prstGeom>
          <a:noFill/>
          <a:ln/>
        </p:spPr>
        <p:txBody>
          <a:bodyPr wrap="square" lIns="0" tIns="0" rIns="0" bIns="0" rtlCol="0" anchor="t"/>
          <a:lstStyle/>
          <a:p>
            <a:pPr algn="l" indent="0" marL="0">
              <a:buNone/>
            </a:pPr>
            <a:r>
              <a:rPr lang="en-US" sz="2185" dirty="0">
                <a:solidFill>
                  <a:srgbClr val="3D261A">
                    <a:alpha val="100000"/>
                  </a:srgbClr>
                </a:solidFill>
                <a:latin typeface="Lato Regular" pitchFamily="34" charset="0"/>
                <a:ea typeface="Lato Regular" pitchFamily="34" charset="-122"/>
                <a:cs typeface="Lato Regular" pitchFamily="34" charset="-120"/>
              </a:rPr>
              <a:t>5</a:t>
            </a:r>
            <a:endParaRPr lang="en-US" sz="2185" dirty="0"/>
          </a:p>
        </p:txBody>
      </p:sp>
      <p:sp>
        <p:nvSpPr>
          <p:cNvPr id="13" name="Text 9"/>
          <p:cNvSpPr/>
          <p:nvPr/>
        </p:nvSpPr>
        <p:spPr>
          <a:xfrm>
            <a:off x="9027070" y="9622606"/>
            <a:ext cx="257645" cy="422713"/>
          </a:xfrm>
          <a:prstGeom prst="rect">
            <a:avLst/>
          </a:prstGeom>
          <a:noFill/>
          <a:ln/>
        </p:spPr>
        <p:txBody>
          <a:bodyPr wrap="square" lIns="0" tIns="0" rIns="0" bIns="0" rtlCol="0" anchor="t"/>
          <a:lstStyle/>
          <a:p>
            <a:pPr algn="l" indent="0" marL="0">
              <a:buNone/>
            </a:pPr>
            <a:r>
              <a:rPr lang="en-US" sz="2185" dirty="0">
                <a:solidFill>
                  <a:srgbClr val="3D261A">
                    <a:alpha val="100000"/>
                  </a:srgbClr>
                </a:solidFill>
                <a:latin typeface="Lato Regular" pitchFamily="34" charset="0"/>
                <a:ea typeface="Lato Regular" pitchFamily="34" charset="-122"/>
                <a:cs typeface="Lato Regular" pitchFamily="34" charset="-120"/>
              </a:rPr>
              <a:t>6</a:t>
            </a:r>
            <a:endParaRPr lang="en-US" sz="2185" dirty="0"/>
          </a:p>
        </p:txBody>
      </p:sp>
      <p:sp>
        <p:nvSpPr>
          <p:cNvPr id="14" name="Text 10"/>
          <p:cNvSpPr/>
          <p:nvPr/>
        </p:nvSpPr>
        <p:spPr>
          <a:xfrm>
            <a:off x="10166145" y="9622606"/>
            <a:ext cx="257645" cy="422713"/>
          </a:xfrm>
          <a:prstGeom prst="rect">
            <a:avLst/>
          </a:prstGeom>
          <a:noFill/>
          <a:ln/>
        </p:spPr>
        <p:txBody>
          <a:bodyPr wrap="square" lIns="0" tIns="0" rIns="0" bIns="0" rtlCol="0" anchor="t"/>
          <a:lstStyle/>
          <a:p>
            <a:pPr algn="l" indent="0" marL="0">
              <a:buNone/>
            </a:pPr>
            <a:r>
              <a:rPr lang="en-US" sz="2185" dirty="0">
                <a:solidFill>
                  <a:srgbClr val="3D261A">
                    <a:alpha val="100000"/>
                  </a:srgbClr>
                </a:solidFill>
                <a:latin typeface="Lato Regular" pitchFamily="34" charset="0"/>
                <a:ea typeface="Lato Regular" pitchFamily="34" charset="-122"/>
                <a:cs typeface="Lato Regular" pitchFamily="34" charset="-120"/>
              </a:rPr>
              <a:t>7</a:t>
            </a:r>
            <a:endParaRPr lang="en-US" sz="2185" dirty="0"/>
          </a:p>
        </p:txBody>
      </p:sp>
      <p:sp>
        <p:nvSpPr>
          <p:cNvPr id="15" name="Text 11"/>
          <p:cNvSpPr/>
          <p:nvPr/>
        </p:nvSpPr>
        <p:spPr>
          <a:xfrm>
            <a:off x="11281636" y="9622606"/>
            <a:ext cx="257645" cy="422713"/>
          </a:xfrm>
          <a:prstGeom prst="rect">
            <a:avLst/>
          </a:prstGeom>
          <a:noFill/>
          <a:ln/>
        </p:spPr>
        <p:txBody>
          <a:bodyPr wrap="square" lIns="0" tIns="0" rIns="0" bIns="0" rtlCol="0" anchor="t"/>
          <a:lstStyle/>
          <a:p>
            <a:pPr algn="l" indent="0" marL="0">
              <a:buNone/>
            </a:pPr>
            <a:r>
              <a:rPr lang="en-US" sz="2185" dirty="0">
                <a:solidFill>
                  <a:srgbClr val="3D261A">
                    <a:alpha val="100000"/>
                  </a:srgbClr>
                </a:solidFill>
                <a:latin typeface="Lato Regular" pitchFamily="34" charset="0"/>
                <a:ea typeface="Lato Regular" pitchFamily="34" charset="-122"/>
                <a:cs typeface="Lato Regular" pitchFamily="34" charset="-120"/>
              </a:rPr>
              <a:t>8</a:t>
            </a:r>
            <a:endParaRPr lang="en-US" sz="2185" dirty="0"/>
          </a:p>
        </p:txBody>
      </p:sp>
      <p:sp>
        <p:nvSpPr>
          <p:cNvPr id="16" name="Text 12"/>
          <p:cNvSpPr/>
          <p:nvPr/>
        </p:nvSpPr>
        <p:spPr>
          <a:xfrm>
            <a:off x="2852319" y="8482087"/>
            <a:ext cx="356539" cy="356494"/>
          </a:xfrm>
          <a:prstGeom prst="rect">
            <a:avLst/>
          </a:prstGeom>
          <a:noFill/>
          <a:ln/>
        </p:spPr>
        <p:txBody>
          <a:bodyPr wrap="square" lIns="0" tIns="0" rIns="0" bIns="0" rtlCol="0" anchor="t"/>
          <a:lstStyle/>
          <a:p>
            <a:pPr algn="l" indent="0" marL="0">
              <a:buNone/>
            </a:pPr>
            <a:r>
              <a:rPr lang="en-US" sz="1821" dirty="0">
                <a:solidFill>
                  <a:srgbClr val="3D261A">
                    <a:alpha val="100000"/>
                  </a:srgbClr>
                </a:solidFill>
                <a:latin typeface="Lato Regular" pitchFamily="34" charset="0"/>
                <a:ea typeface="Lato Regular" pitchFamily="34" charset="-122"/>
                <a:cs typeface="Lato Regular" pitchFamily="34" charset="-120"/>
              </a:rPr>
              <a:t>10</a:t>
            </a:r>
            <a:endParaRPr lang="en-US" sz="1821" dirty="0"/>
          </a:p>
        </p:txBody>
      </p:sp>
      <p:sp>
        <p:nvSpPr>
          <p:cNvPr id="17" name="Text 13"/>
          <p:cNvSpPr/>
          <p:nvPr/>
        </p:nvSpPr>
        <p:spPr>
          <a:xfrm>
            <a:off x="2852319" y="7964612"/>
            <a:ext cx="356539" cy="356494"/>
          </a:xfrm>
          <a:prstGeom prst="rect">
            <a:avLst/>
          </a:prstGeom>
          <a:noFill/>
          <a:ln/>
        </p:spPr>
        <p:txBody>
          <a:bodyPr wrap="square" lIns="0" tIns="0" rIns="0" bIns="0" rtlCol="0" anchor="t"/>
          <a:lstStyle/>
          <a:p>
            <a:pPr algn="l" indent="0" marL="0">
              <a:buNone/>
            </a:pPr>
            <a:r>
              <a:rPr lang="en-US" sz="1821" dirty="0">
                <a:solidFill>
                  <a:srgbClr val="3D261A">
                    <a:alpha val="100000"/>
                  </a:srgbClr>
                </a:solidFill>
                <a:latin typeface="Lato Regular" pitchFamily="34" charset="0"/>
                <a:ea typeface="Lato Regular" pitchFamily="34" charset="-122"/>
                <a:cs typeface="Lato Regular" pitchFamily="34" charset="-120"/>
              </a:rPr>
              <a:t>20</a:t>
            </a:r>
            <a:endParaRPr lang="en-US" sz="1821" dirty="0"/>
          </a:p>
        </p:txBody>
      </p:sp>
      <p:sp>
        <p:nvSpPr>
          <p:cNvPr id="18" name="Text 14"/>
          <p:cNvSpPr/>
          <p:nvPr/>
        </p:nvSpPr>
        <p:spPr>
          <a:xfrm>
            <a:off x="2852319" y="7447161"/>
            <a:ext cx="356539" cy="356494"/>
          </a:xfrm>
          <a:prstGeom prst="rect">
            <a:avLst/>
          </a:prstGeom>
          <a:noFill/>
          <a:ln/>
        </p:spPr>
        <p:txBody>
          <a:bodyPr wrap="square" lIns="0" tIns="0" rIns="0" bIns="0" rtlCol="0" anchor="t"/>
          <a:lstStyle/>
          <a:p>
            <a:pPr algn="l" indent="0" marL="0">
              <a:buNone/>
            </a:pPr>
            <a:r>
              <a:rPr lang="en-US" sz="1821" dirty="0">
                <a:solidFill>
                  <a:srgbClr val="3D261A">
                    <a:alpha val="100000"/>
                  </a:srgbClr>
                </a:solidFill>
                <a:latin typeface="Lato Regular" pitchFamily="34" charset="0"/>
                <a:ea typeface="Lato Regular" pitchFamily="34" charset="-122"/>
                <a:cs typeface="Lato Regular" pitchFamily="34" charset="-120"/>
              </a:rPr>
              <a:t>30</a:t>
            </a:r>
            <a:endParaRPr lang="en-US" sz="1821" dirty="0"/>
          </a:p>
        </p:txBody>
      </p:sp>
      <p:sp>
        <p:nvSpPr>
          <p:cNvPr id="19" name="Text 15"/>
          <p:cNvSpPr/>
          <p:nvPr/>
        </p:nvSpPr>
        <p:spPr>
          <a:xfrm>
            <a:off x="2852319" y="6929624"/>
            <a:ext cx="356539" cy="356494"/>
          </a:xfrm>
          <a:prstGeom prst="rect">
            <a:avLst/>
          </a:prstGeom>
          <a:noFill/>
          <a:ln/>
        </p:spPr>
        <p:txBody>
          <a:bodyPr wrap="square" lIns="0" tIns="0" rIns="0" bIns="0" rtlCol="0" anchor="t"/>
          <a:lstStyle/>
          <a:p>
            <a:pPr algn="l" indent="0" marL="0">
              <a:buNone/>
            </a:pPr>
            <a:r>
              <a:rPr lang="en-US" sz="1821" dirty="0">
                <a:solidFill>
                  <a:srgbClr val="3D261A">
                    <a:alpha val="100000"/>
                  </a:srgbClr>
                </a:solidFill>
                <a:latin typeface="Lato Regular" pitchFamily="34" charset="0"/>
                <a:ea typeface="Lato Regular" pitchFamily="34" charset="-122"/>
                <a:cs typeface="Lato Regular" pitchFamily="34" charset="-120"/>
              </a:rPr>
              <a:t>40</a:t>
            </a:r>
            <a:endParaRPr lang="en-US" sz="1821" dirty="0"/>
          </a:p>
        </p:txBody>
      </p:sp>
      <p:sp>
        <p:nvSpPr>
          <p:cNvPr id="20" name="Text 16"/>
          <p:cNvSpPr/>
          <p:nvPr/>
        </p:nvSpPr>
        <p:spPr>
          <a:xfrm>
            <a:off x="2852319" y="6412297"/>
            <a:ext cx="356539" cy="356494"/>
          </a:xfrm>
          <a:prstGeom prst="rect">
            <a:avLst/>
          </a:prstGeom>
          <a:noFill/>
          <a:ln/>
        </p:spPr>
        <p:txBody>
          <a:bodyPr wrap="square" lIns="0" tIns="0" rIns="0" bIns="0" rtlCol="0" anchor="t"/>
          <a:lstStyle/>
          <a:p>
            <a:pPr algn="l" indent="0" marL="0">
              <a:buNone/>
            </a:pPr>
            <a:r>
              <a:rPr lang="en-US" sz="1821" dirty="0">
                <a:solidFill>
                  <a:srgbClr val="3D261A">
                    <a:alpha val="100000"/>
                  </a:srgbClr>
                </a:solidFill>
                <a:latin typeface="Lato Regular" pitchFamily="34" charset="0"/>
                <a:ea typeface="Lato Regular" pitchFamily="34" charset="-122"/>
                <a:cs typeface="Lato Regular" pitchFamily="34" charset="-120"/>
              </a:rPr>
              <a:t>50</a:t>
            </a:r>
            <a:endParaRPr lang="en-US" sz="1821" dirty="0"/>
          </a:p>
        </p:txBody>
      </p:sp>
      <p:sp>
        <p:nvSpPr>
          <p:cNvPr id="21" name="Text 17"/>
          <p:cNvSpPr/>
          <p:nvPr/>
        </p:nvSpPr>
        <p:spPr>
          <a:xfrm>
            <a:off x="2852319" y="5894809"/>
            <a:ext cx="356539" cy="356494"/>
          </a:xfrm>
          <a:prstGeom prst="rect">
            <a:avLst/>
          </a:prstGeom>
          <a:noFill/>
          <a:ln/>
        </p:spPr>
        <p:txBody>
          <a:bodyPr wrap="square" lIns="0" tIns="0" rIns="0" bIns="0" rtlCol="0" anchor="t"/>
          <a:lstStyle/>
          <a:p>
            <a:pPr algn="l" indent="0" marL="0">
              <a:buNone/>
            </a:pPr>
            <a:r>
              <a:rPr lang="en-US" sz="1821" dirty="0">
                <a:solidFill>
                  <a:srgbClr val="3D261A">
                    <a:alpha val="100000"/>
                  </a:srgbClr>
                </a:solidFill>
                <a:latin typeface="Lato Regular" pitchFamily="34" charset="0"/>
                <a:ea typeface="Lato Regular" pitchFamily="34" charset="-122"/>
                <a:cs typeface="Lato Regular" pitchFamily="34" charset="-120"/>
              </a:rPr>
              <a:t>60</a:t>
            </a:r>
            <a:endParaRPr lang="en-US" sz="1821" dirty="0"/>
          </a:p>
        </p:txBody>
      </p:sp>
      <p:sp>
        <p:nvSpPr>
          <p:cNvPr id="22" name="Text 18"/>
          <p:cNvSpPr/>
          <p:nvPr/>
        </p:nvSpPr>
        <p:spPr>
          <a:xfrm>
            <a:off x="2852319" y="5377507"/>
            <a:ext cx="356539" cy="356494"/>
          </a:xfrm>
          <a:prstGeom prst="rect">
            <a:avLst/>
          </a:prstGeom>
          <a:noFill/>
          <a:ln/>
        </p:spPr>
        <p:txBody>
          <a:bodyPr wrap="square" lIns="0" tIns="0" rIns="0" bIns="0" rtlCol="0" anchor="t"/>
          <a:lstStyle/>
          <a:p>
            <a:pPr algn="l" indent="0" marL="0">
              <a:buNone/>
            </a:pPr>
            <a:r>
              <a:rPr lang="en-US" sz="1821" dirty="0">
                <a:solidFill>
                  <a:srgbClr val="3D261A">
                    <a:alpha val="100000"/>
                  </a:srgbClr>
                </a:solidFill>
                <a:latin typeface="Lato Regular" pitchFamily="34" charset="0"/>
                <a:ea typeface="Lato Regular" pitchFamily="34" charset="-122"/>
                <a:cs typeface="Lato Regular" pitchFamily="34" charset="-120"/>
              </a:rPr>
              <a:t>70</a:t>
            </a:r>
            <a:endParaRPr lang="en-US" sz="1821" dirty="0"/>
          </a:p>
        </p:txBody>
      </p:sp>
      <p:sp>
        <p:nvSpPr>
          <p:cNvPr id="23" name="Text 19"/>
          <p:cNvSpPr/>
          <p:nvPr/>
        </p:nvSpPr>
        <p:spPr>
          <a:xfrm>
            <a:off x="2852319" y="4860057"/>
            <a:ext cx="356539" cy="356494"/>
          </a:xfrm>
          <a:prstGeom prst="rect">
            <a:avLst/>
          </a:prstGeom>
          <a:noFill/>
          <a:ln/>
        </p:spPr>
        <p:txBody>
          <a:bodyPr wrap="square" lIns="0" tIns="0" rIns="0" bIns="0" rtlCol="0" anchor="t"/>
          <a:lstStyle/>
          <a:p>
            <a:pPr algn="l" indent="0" marL="0">
              <a:buNone/>
            </a:pPr>
            <a:r>
              <a:rPr lang="en-US" sz="1821" dirty="0">
                <a:solidFill>
                  <a:srgbClr val="3D261A">
                    <a:alpha val="100000"/>
                  </a:srgbClr>
                </a:solidFill>
                <a:latin typeface="Lato Regular" pitchFamily="34" charset="0"/>
                <a:ea typeface="Lato Regular" pitchFamily="34" charset="-122"/>
                <a:cs typeface="Lato Regular" pitchFamily="34" charset="-120"/>
              </a:rPr>
              <a:t>80</a:t>
            </a:r>
            <a:endParaRPr lang="en-US" sz="1821" dirty="0"/>
          </a:p>
        </p:txBody>
      </p:sp>
      <p:sp>
        <p:nvSpPr>
          <p:cNvPr id="24" name="Text 20"/>
          <p:cNvSpPr/>
          <p:nvPr/>
        </p:nvSpPr>
        <p:spPr>
          <a:xfrm>
            <a:off x="2852319" y="4342519"/>
            <a:ext cx="356539" cy="356494"/>
          </a:xfrm>
          <a:prstGeom prst="rect">
            <a:avLst/>
          </a:prstGeom>
          <a:noFill/>
          <a:ln/>
        </p:spPr>
        <p:txBody>
          <a:bodyPr wrap="square" lIns="0" tIns="0" rIns="0" bIns="0" rtlCol="0" anchor="t"/>
          <a:lstStyle/>
          <a:p>
            <a:pPr algn="l" indent="0" marL="0">
              <a:buNone/>
            </a:pPr>
            <a:r>
              <a:rPr lang="en-US" sz="1821" dirty="0">
                <a:solidFill>
                  <a:srgbClr val="3D261A">
                    <a:alpha val="100000"/>
                  </a:srgbClr>
                </a:solidFill>
                <a:latin typeface="Lato Regular" pitchFamily="34" charset="0"/>
                <a:ea typeface="Lato Regular" pitchFamily="34" charset="-122"/>
                <a:cs typeface="Lato Regular" pitchFamily="34" charset="-120"/>
              </a:rPr>
              <a:t>90</a:t>
            </a:r>
            <a:endParaRPr lang="en-US" sz="1821" dirty="0"/>
          </a:p>
        </p:txBody>
      </p:sp>
      <p:sp>
        <p:nvSpPr>
          <p:cNvPr id="25" name="Text 21"/>
          <p:cNvSpPr/>
          <p:nvPr/>
        </p:nvSpPr>
        <p:spPr>
          <a:xfrm>
            <a:off x="2718140" y="3825032"/>
            <a:ext cx="483555" cy="356494"/>
          </a:xfrm>
          <a:prstGeom prst="rect">
            <a:avLst/>
          </a:prstGeom>
          <a:noFill/>
          <a:ln/>
        </p:spPr>
        <p:txBody>
          <a:bodyPr wrap="square" lIns="0" tIns="0" rIns="0" bIns="0" rtlCol="0" anchor="t"/>
          <a:lstStyle/>
          <a:p>
            <a:pPr algn="l" indent="0" marL="0">
              <a:buNone/>
            </a:pPr>
            <a:r>
              <a:rPr lang="en-US" sz="1821" dirty="0">
                <a:solidFill>
                  <a:srgbClr val="3D261A">
                    <a:alpha val="100000"/>
                  </a:srgbClr>
                </a:solidFill>
                <a:latin typeface="Lato Regular" pitchFamily="34" charset="0"/>
                <a:ea typeface="Lato Regular" pitchFamily="34" charset="-122"/>
                <a:cs typeface="Lato Regular" pitchFamily="34" charset="-120"/>
              </a:rPr>
              <a:t>100</a:t>
            </a:r>
            <a:endParaRPr lang="en-US" sz="1821" dirty="0"/>
          </a:p>
        </p:txBody>
      </p:sp>
      <p:pic>
        <p:nvPicPr>
          <p:cNvPr id="26" name="Image 2" descr=" ">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368467" y="3771900"/>
            <a:ext cx="8291591" cy="5511006"/>
          </a:xfrm>
          <a:prstGeom prst="rect">
            <a:avLst/>
          </a:prstGeom>
        </p:spPr>
      </p:pic>
      <p:pic>
        <p:nvPicPr>
          <p:cNvPr id="27" name="Image 3" descr=" ">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12766" y="4185456"/>
            <a:ext cx="11567" cy="5258433"/>
          </a:xfrm>
          <a:prstGeom prst="rect">
            <a:avLst/>
          </a:prstGeom>
        </p:spPr>
      </p:pic>
      <p:pic>
        <p:nvPicPr>
          <p:cNvPr id="28" name="Image 4" descr=" ">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651279" y="4185456"/>
            <a:ext cx="11567" cy="5258433"/>
          </a:xfrm>
          <a:prstGeom prst="rect">
            <a:avLst/>
          </a:prstGeom>
        </p:spPr>
      </p:pic>
      <p:pic>
        <p:nvPicPr>
          <p:cNvPr id="29" name="Image 5" descr=" ">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789795" y="4185456"/>
            <a:ext cx="11567" cy="5258433"/>
          </a:xfrm>
          <a:prstGeom prst="rect">
            <a:avLst/>
          </a:prstGeom>
        </p:spPr>
      </p:pic>
      <p:pic>
        <p:nvPicPr>
          <p:cNvPr id="30" name="Image 6" descr=" ">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928309" y="4185456"/>
            <a:ext cx="11567" cy="5258433"/>
          </a:xfrm>
          <a:prstGeom prst="rect">
            <a:avLst/>
          </a:prstGeom>
        </p:spPr>
      </p:pic>
      <p:pic>
        <p:nvPicPr>
          <p:cNvPr id="31" name="Image 7" descr=" ">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066828" y="4185456"/>
            <a:ext cx="11567" cy="5258433"/>
          </a:xfrm>
          <a:prstGeom prst="rect">
            <a:avLst/>
          </a:prstGeom>
        </p:spPr>
      </p:pic>
      <p:pic>
        <p:nvPicPr>
          <p:cNvPr id="32" name="Image 8" descr=" ">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205341" y="4185456"/>
            <a:ext cx="11567" cy="5258433"/>
          </a:xfrm>
          <a:prstGeom prst="rect">
            <a:avLst/>
          </a:prstGeom>
        </p:spPr>
      </p:pic>
      <p:pic>
        <p:nvPicPr>
          <p:cNvPr id="33" name="Image 9" descr=" ">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1343854" y="4185456"/>
            <a:ext cx="11567" cy="5258433"/>
          </a:xfrm>
          <a:prstGeom prst="rect">
            <a:avLst/>
          </a:prstGeom>
        </p:spPr>
      </p:pic>
      <p:pic>
        <p:nvPicPr>
          <p:cNvPr id="34" name="Image 10" descr=" ">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355539" y="5483858"/>
            <a:ext cx="8050168" cy="2373585"/>
          </a:xfrm>
          <a:prstGeom prst="rect">
            <a:avLst/>
          </a:prstGeom>
        </p:spPr>
      </p:pic>
      <p:pic>
        <p:nvPicPr>
          <p:cNvPr id="35" name="Image 11" descr=" ">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3369143" y="6359537"/>
            <a:ext cx="8044031" cy="2268525"/>
          </a:xfrm>
          <a:prstGeom prst="rect">
            <a:avLst/>
          </a:prstGeom>
        </p:spPr>
      </p:pic>
      <p:pic>
        <p:nvPicPr>
          <p:cNvPr id="36" name="Image 12" descr=" ">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4441751" y="6055643"/>
            <a:ext cx="153591" cy="153566"/>
          </a:xfrm>
          <a:prstGeom prst="rect">
            <a:avLst/>
          </a:prstGeom>
        </p:spPr>
      </p:pic>
      <p:pic>
        <p:nvPicPr>
          <p:cNvPr id="37" name="Image 13" descr=" ">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4441751" y="6981130"/>
            <a:ext cx="153591" cy="153566"/>
          </a:xfrm>
          <a:prstGeom prst="rect">
            <a:avLst/>
          </a:prstGeom>
        </p:spPr>
      </p:pic>
      <p:pic>
        <p:nvPicPr>
          <p:cNvPr id="38" name="Image 14" descr=" ">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5580267" y="5651277"/>
            <a:ext cx="153591" cy="153566"/>
          </a:xfrm>
          <a:prstGeom prst="rect">
            <a:avLst/>
          </a:prstGeom>
        </p:spPr>
      </p:pic>
      <p:pic>
        <p:nvPicPr>
          <p:cNvPr id="39" name="Image 15" descr=" ">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5580267" y="7415510"/>
            <a:ext cx="153591" cy="153566"/>
          </a:xfrm>
          <a:prstGeom prst="rect">
            <a:avLst/>
          </a:prstGeom>
        </p:spPr>
      </p:pic>
      <p:pic>
        <p:nvPicPr>
          <p:cNvPr id="40" name="Image 16" descr=" ">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6718783" y="7732799"/>
            <a:ext cx="153591" cy="153566"/>
          </a:xfrm>
          <a:prstGeom prst="rect">
            <a:avLst/>
          </a:prstGeom>
        </p:spPr>
      </p:pic>
      <p:pic>
        <p:nvPicPr>
          <p:cNvPr id="41" name="Image 17" descr=" ">    </p:cNvPr>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6718783" y="6311838"/>
            <a:ext cx="153591" cy="153566"/>
          </a:xfrm>
          <a:prstGeom prst="rect">
            <a:avLst/>
          </a:prstGeom>
        </p:spPr>
      </p:pic>
      <p:pic>
        <p:nvPicPr>
          <p:cNvPr id="42" name="Image 18" descr=" ">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7861923" y="6733220"/>
            <a:ext cx="153591" cy="153566"/>
          </a:xfrm>
          <a:prstGeom prst="rect">
            <a:avLst/>
          </a:prstGeom>
        </p:spPr>
      </p:pic>
      <p:pic>
        <p:nvPicPr>
          <p:cNvPr id="43" name="Image 19" descr=" ">    </p:cNvPr>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7861923" y="6420631"/>
            <a:ext cx="153591" cy="153566"/>
          </a:xfrm>
          <a:prstGeom prst="rect">
            <a:avLst/>
          </a:prstGeom>
        </p:spPr>
      </p:pic>
      <p:pic>
        <p:nvPicPr>
          <p:cNvPr id="44" name="Image 20" descr=" ">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8995813" y="7667588"/>
            <a:ext cx="153591" cy="153566"/>
          </a:xfrm>
          <a:prstGeom prst="rect">
            <a:avLst/>
          </a:prstGeom>
        </p:spPr>
      </p:pic>
      <p:pic>
        <p:nvPicPr>
          <p:cNvPr id="45" name="Image 21" descr=" ">    </p:cNvPr>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8995813" y="7076889"/>
            <a:ext cx="153591" cy="153566"/>
          </a:xfrm>
          <a:prstGeom prst="rect">
            <a:avLst/>
          </a:prstGeom>
        </p:spPr>
      </p:pic>
      <p:pic>
        <p:nvPicPr>
          <p:cNvPr id="46" name="Image 22" descr=" ">    </p:cNvPr>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10138955" y="6972449"/>
            <a:ext cx="153591" cy="153566"/>
          </a:xfrm>
          <a:prstGeom prst="rect">
            <a:avLst/>
          </a:prstGeom>
        </p:spPr>
      </p:pic>
      <p:pic>
        <p:nvPicPr>
          <p:cNvPr id="47" name="Image 23" descr=" ">    </p:cNvPr>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10138955" y="6572783"/>
            <a:ext cx="153591" cy="153566"/>
          </a:xfrm>
          <a:prstGeom prst="rect">
            <a:avLst/>
          </a:prstGeom>
        </p:spPr>
      </p:pic>
      <p:sp>
        <p:nvSpPr>
          <p:cNvPr id="48" name="Shape 22"/>
          <p:cNvSpPr/>
          <p:nvPr/>
        </p:nvSpPr>
        <p:spPr>
          <a:xfrm>
            <a:off x="14403600" y="4191000"/>
            <a:ext cx="5601400" cy="7620000"/>
          </a:xfrm>
          <a:prstGeom prst="rect">
            <a:avLst/>
          </a:prstGeom>
          <a:noFill/>
          <a:ln/>
        </p:spPr>
      </p:sp>
      <p:sp>
        <p:nvSpPr>
          <p:cNvPr id="49" name="Shape 23"/>
          <p:cNvSpPr/>
          <p:nvPr/>
        </p:nvSpPr>
        <p:spPr>
          <a:xfrm>
            <a:off x="14403600" y="4191000"/>
            <a:ext cx="5601400" cy="7620000"/>
          </a:xfrm>
          <a:prstGeom prst="rect">
            <a:avLst/>
          </a:prstGeom>
          <a:noFill/>
          <a:ln/>
        </p:spPr>
      </p:sp>
      <p:pic>
        <p:nvPicPr>
          <p:cNvPr id="50" name="Image 24" descr=" ">    </p:cNvPr>
          <p:cNvPicPr>
            <a:picLocks noChangeAspect="1"/>
          </p:cNvPicPr>
          <p:nvPr/>
        </p:nvPicPr>
        <p:blipFill>
          <a:blip r:embed="rId48"/>
          <a:stretch>
            <a:fillRect/>
          </a:stretch>
        </p:blipFill>
        <p:spPr>
          <a:xfrm>
            <a:off x="14403600" y="4191000"/>
            <a:ext cx="5575997" cy="5575300"/>
          </a:xfrm>
          <a:prstGeom prst="rect">
            <a:avLst/>
          </a:prstGeom>
        </p:spPr>
      </p:pic>
      <p:pic>
        <p:nvPicPr>
          <p:cNvPr id="51" name="Image 25" descr=" ">    </p:cNvPr>
          <p:cNvPicPr>
            <a:picLocks noChangeAspect="1"/>
          </p:cNvPicPr>
          <p:nvPr/>
        </p:nvPicPr>
        <p:blipFill>
          <a:blip r:embed="rId49"/>
          <a:stretch>
            <a:fillRect/>
          </a:stretch>
        </p:blipFill>
        <p:spPr>
          <a:xfrm>
            <a:off x="14403600" y="4191000"/>
            <a:ext cx="5575997" cy="5575300"/>
          </a:xfrm>
          <a:prstGeom prst="rect">
            <a:avLst/>
          </a:prstGeom>
        </p:spPr>
      </p:pic>
      <p:sp>
        <p:nvSpPr>
          <p:cNvPr id="52" name="Shape 24"/>
          <p:cNvSpPr/>
          <p:nvPr/>
        </p:nvSpPr>
        <p:spPr>
          <a:xfrm>
            <a:off x="16385048" y="6365367"/>
            <a:ext cx="1625803" cy="1226566"/>
          </a:xfrm>
          <a:prstGeom prst="rect">
            <a:avLst/>
          </a:prstGeom>
          <a:noFill/>
          <a:ln/>
        </p:spPr>
      </p:sp>
      <p:sp>
        <p:nvSpPr>
          <p:cNvPr id="53" name="Text 25"/>
          <p:cNvSpPr/>
          <p:nvPr/>
        </p:nvSpPr>
        <p:spPr>
          <a:xfrm>
            <a:off x="16385048" y="6299200"/>
            <a:ext cx="1829029"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34.574</a:t>
            </a:r>
            <a:endParaRPr lang="en-US" sz="4800" dirty="0"/>
          </a:p>
        </p:txBody>
      </p:sp>
      <p:sp>
        <p:nvSpPr>
          <p:cNvPr id="54" name="Text 26"/>
          <p:cNvSpPr/>
          <p:nvPr/>
        </p:nvSpPr>
        <p:spPr>
          <a:xfrm>
            <a:off x="16753394" y="7175500"/>
            <a:ext cx="1024595" cy="6180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Total</a:t>
            </a:r>
            <a:endParaRPr lang="en-US" sz="3200" dirty="0"/>
          </a:p>
        </p:txBody>
      </p:sp>
      <p:sp>
        <p:nvSpPr>
          <p:cNvPr id="55" name="Shape 27"/>
          <p:cNvSpPr/>
          <p:nvPr/>
        </p:nvSpPr>
        <p:spPr>
          <a:xfrm>
            <a:off x="13260457" y="10515600"/>
            <a:ext cx="7874984" cy="1943100"/>
          </a:xfrm>
          <a:prstGeom prst="rect">
            <a:avLst/>
          </a:prstGeom>
          <a:noFill/>
          <a:ln/>
        </p:spPr>
      </p:sp>
      <p:sp>
        <p:nvSpPr>
          <p:cNvPr id="56" name="Shape 28"/>
          <p:cNvSpPr/>
          <p:nvPr/>
        </p:nvSpPr>
        <p:spPr>
          <a:xfrm>
            <a:off x="13260457" y="10515600"/>
            <a:ext cx="7874984" cy="1943100"/>
          </a:xfrm>
          <a:prstGeom prst="rect">
            <a:avLst/>
          </a:prstGeom>
          <a:noFill/>
          <a:ln/>
        </p:spPr>
      </p:sp>
      <p:sp>
        <p:nvSpPr>
          <p:cNvPr id="57" name="Text 29"/>
          <p:cNvSpPr/>
          <p:nvPr/>
        </p:nvSpPr>
        <p:spPr>
          <a:xfrm>
            <a:off x="13158845" y="10515600"/>
            <a:ext cx="8078210" cy="1079500"/>
          </a:xfrm>
          <a:prstGeom prst="rect">
            <a:avLst/>
          </a:prstGeom>
          <a:noFill/>
          <a:ln/>
        </p:spPr>
        <p:txBody>
          <a:bodyPr wrap="square" lIns="0" tIns="0" rIns="0" bIns="0" rtlCol="0" anchor="t"/>
          <a:lstStyle/>
          <a:p>
            <a:pPr algn="ctr" indent="0" marL="0">
              <a:buNone/>
            </a:pPr>
            <a:r>
              <a:rPr lang="en-US" sz="4800" dirty="0">
                <a:solidFill>
                  <a:srgbClr val="0E0E0E">
                    <a:alpha val="100000"/>
                  </a:srgbClr>
                </a:solidFill>
                <a:latin typeface="Teko Bold" pitchFamily="34" charset="0"/>
                <a:ea typeface="Teko Bold" pitchFamily="34" charset="-122"/>
                <a:cs typeface="Teko Bold" pitchFamily="34" charset="-120"/>
              </a:rPr>
              <a:t>TREASURE FOUND</a:t>
            </a:r>
            <a:endParaRPr lang="en-US" sz="4800" dirty="0"/>
          </a:p>
        </p:txBody>
      </p:sp>
      <p:sp>
        <p:nvSpPr>
          <p:cNvPr id="58" name="Text 30"/>
          <p:cNvSpPr/>
          <p:nvPr/>
        </p:nvSpPr>
        <p:spPr>
          <a:xfrm>
            <a:off x="13192716" y="11493500"/>
            <a:ext cx="8010468" cy="1100667"/>
          </a:xfrm>
          <a:prstGeom prst="rect">
            <a:avLst/>
          </a:prstGeom>
          <a:noFill/>
          <a:ln/>
        </p:spPr>
        <p:txBody>
          <a:bodyPr wrap="square" lIns="0" tIns="0" rIns="0" bIns="0" rtlCol="0" anchor="t"/>
          <a:lstStyle/>
          <a:p>
            <a:pPr algn="ctr"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A record of the amount of treasure found per month</a:t>
            </a:r>
            <a:endParaRPr lang="en-US" sz="3200" dirty="0"/>
          </a:p>
        </p:txBody>
      </p:sp>
      <p:sp>
        <p:nvSpPr>
          <p:cNvPr id="59" name="Shape 31"/>
          <p:cNvSpPr/>
          <p:nvPr/>
        </p:nvSpPr>
        <p:spPr>
          <a:xfrm>
            <a:off x="3251606" y="10515600"/>
            <a:ext cx="7874984" cy="1943100"/>
          </a:xfrm>
          <a:prstGeom prst="rect">
            <a:avLst/>
          </a:prstGeom>
          <a:noFill/>
          <a:ln/>
        </p:spPr>
      </p:sp>
      <p:sp>
        <p:nvSpPr>
          <p:cNvPr id="60" name="Shape 32"/>
          <p:cNvSpPr/>
          <p:nvPr/>
        </p:nvSpPr>
        <p:spPr>
          <a:xfrm>
            <a:off x="3251606" y="10515600"/>
            <a:ext cx="7874984" cy="1943100"/>
          </a:xfrm>
          <a:prstGeom prst="rect">
            <a:avLst/>
          </a:prstGeom>
          <a:noFill/>
          <a:ln/>
        </p:spPr>
      </p:sp>
      <p:sp>
        <p:nvSpPr>
          <p:cNvPr id="61" name="Text 33"/>
          <p:cNvSpPr/>
          <p:nvPr/>
        </p:nvSpPr>
        <p:spPr>
          <a:xfrm>
            <a:off x="3149994" y="10515600"/>
            <a:ext cx="8078210" cy="1079500"/>
          </a:xfrm>
          <a:prstGeom prst="rect">
            <a:avLst/>
          </a:prstGeom>
          <a:noFill/>
          <a:ln/>
        </p:spPr>
        <p:txBody>
          <a:bodyPr wrap="square" lIns="0" tIns="0" rIns="0" bIns="0" rtlCol="0" anchor="t"/>
          <a:lstStyle/>
          <a:p>
            <a:pPr algn="ctr" indent="0" marL="0">
              <a:buNone/>
            </a:pPr>
            <a:r>
              <a:rPr lang="en-US" sz="4800" dirty="0">
                <a:solidFill>
                  <a:srgbClr val="0E0E0E">
                    <a:alpha val="100000"/>
                  </a:srgbClr>
                </a:solidFill>
                <a:latin typeface="Teko Bold" pitchFamily="34" charset="0"/>
                <a:ea typeface="Teko Bold" pitchFamily="34" charset="-122"/>
                <a:cs typeface="Teko Bold" pitchFamily="34" charset="-120"/>
              </a:rPr>
              <a:t>SPELLCASTING PROGRESS</a:t>
            </a:r>
            <a:endParaRPr lang="en-US" sz="4800" dirty="0"/>
          </a:p>
        </p:txBody>
      </p:sp>
      <p:sp>
        <p:nvSpPr>
          <p:cNvPr id="62" name="Text 34"/>
          <p:cNvSpPr/>
          <p:nvPr/>
        </p:nvSpPr>
        <p:spPr>
          <a:xfrm>
            <a:off x="3183865" y="11493500"/>
            <a:ext cx="8010468" cy="1100667"/>
          </a:xfrm>
          <a:prstGeom prst="rect">
            <a:avLst/>
          </a:prstGeom>
          <a:noFill/>
          <a:ln/>
        </p:spPr>
        <p:txBody>
          <a:bodyPr wrap="square" lIns="0" tIns="0" rIns="0" bIns="0" rtlCol="0" anchor="t"/>
          <a:lstStyle/>
          <a:p>
            <a:pPr algn="ctr"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A record of the number of spells cast per year</a:t>
            </a:r>
            <a:endParaRPr lang="en-US" sz="3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9D7C2"/>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1317111" cy="10078318"/>
          </a:xfrm>
          <a:prstGeom prst="rect">
            <a:avLst/>
          </a:prstGeom>
        </p:spPr>
      </p:pic>
      <p:sp>
        <p:nvSpPr>
          <p:cNvPr id="3" name="Shape 0"/>
          <p:cNvSpPr/>
          <p:nvPr/>
        </p:nvSpPr>
        <p:spPr>
          <a:xfrm>
            <a:off x="23370921" y="10515600"/>
            <a:ext cx="1016127" cy="3200400"/>
          </a:xfrm>
          <a:prstGeom prst="rect">
            <a:avLst/>
          </a:prstGeom>
          <a:noFill/>
          <a:ln/>
        </p:spPr>
      </p:sp>
      <p:pic>
        <p:nvPicPr>
          <p:cNvPr id="4" name="Image 1" descr=" ">    </p:cNvPr>
          <p:cNvPicPr>
            <a:picLocks noChangeAspect="1"/>
          </p:cNvPicPr>
          <p:nvPr/>
        </p:nvPicPr>
        <p:blipFill>
          <a:blip r:embed="rId3"/>
          <a:stretch>
            <a:fillRect/>
          </a:stretch>
        </p:blipFill>
        <p:spPr>
          <a:xfrm>
            <a:off x="23523340" y="10820400"/>
            <a:ext cx="711289" cy="2590800"/>
          </a:xfrm>
          <a:prstGeom prst="rect">
            <a:avLst/>
          </a:prstGeom>
        </p:spPr>
      </p:pic>
      <p:sp>
        <p:nvSpPr>
          <p:cNvPr id="5" name="Shape 1"/>
          <p:cNvSpPr/>
          <p:nvPr/>
        </p:nvSpPr>
        <p:spPr>
          <a:xfrm>
            <a:off x="13450981" y="5753100"/>
            <a:ext cx="8738692" cy="2044700"/>
          </a:xfrm>
          <a:prstGeom prst="rect">
            <a:avLst/>
          </a:prstGeom>
          <a:noFill/>
          <a:ln/>
        </p:spPr>
      </p:sp>
      <p:sp>
        <p:nvSpPr>
          <p:cNvPr id="6" name="Shape 2"/>
          <p:cNvSpPr/>
          <p:nvPr/>
        </p:nvSpPr>
        <p:spPr>
          <a:xfrm>
            <a:off x="13450981" y="5753100"/>
            <a:ext cx="8738692" cy="2044700"/>
          </a:xfrm>
          <a:prstGeom prst="rect">
            <a:avLst/>
          </a:prstGeom>
          <a:noFill/>
          <a:ln/>
        </p:spPr>
      </p:sp>
      <p:sp>
        <p:nvSpPr>
          <p:cNvPr id="7" name="Text 3"/>
          <p:cNvSpPr/>
          <p:nvPr/>
        </p:nvSpPr>
        <p:spPr>
          <a:xfrm>
            <a:off x="13450981" y="5753100"/>
            <a:ext cx="8941918"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A WEB APPLICATION</a:t>
            </a:r>
            <a:endParaRPr lang="en-US" sz="4800" dirty="0"/>
          </a:p>
        </p:txBody>
      </p:sp>
      <p:sp>
        <p:nvSpPr>
          <p:cNvPr id="8" name="Text 4"/>
          <p:cNvSpPr/>
          <p:nvPr/>
        </p:nvSpPr>
        <p:spPr>
          <a:xfrm>
            <a:off x="13450981" y="6832600"/>
            <a:ext cx="8874176" cy="11006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A web application designed for discovering the world of fantasy</a:t>
            </a:r>
            <a:endParaRPr lang="en-US" sz="3200" dirty="0"/>
          </a:p>
        </p:txBody>
      </p:sp>
      <p:pic>
        <p:nvPicPr>
          <p:cNvPr id="9" name="Image 2" descr=" ">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4032" y="3251200"/>
            <a:ext cx="13768521" cy="8166100"/>
          </a:xfrm>
          <a:prstGeom prst="rect">
            <a:avLst/>
          </a:prstGeom>
        </p:spPr>
      </p:pic>
      <p:pic>
        <p:nvPicPr>
          <p:cNvPr id="10" name="Image 3" descr=" ">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84673" y="3594100"/>
            <a:ext cx="9894537" cy="6489700"/>
          </a:xfrm>
          <a:prstGeom prst="rect">
            <a:avLst/>
          </a:prstGeom>
        </p:spPr>
      </p:pic>
      <p:sp>
        <p:nvSpPr>
          <p:cNvPr id="11" name="Text 5"/>
          <p:cNvSpPr/>
          <p:nvPr/>
        </p:nvSpPr>
        <p:spPr>
          <a:xfrm>
            <a:off x="7011276" y="1219200"/>
            <a:ext cx="10690503" cy="1799167"/>
          </a:xfrm>
          <a:prstGeom prst="rect">
            <a:avLst/>
          </a:prstGeom>
          <a:noFill/>
          <a:ln/>
        </p:spPr>
        <p:txBody>
          <a:bodyPr wrap="square" lIns="0" tIns="0" rIns="0" bIns="0" rtlCol="0" anchor="t"/>
          <a:lstStyle/>
          <a:p>
            <a:pPr algn="l" indent="0" marL="0">
              <a:buNone/>
            </a:pPr>
            <a:r>
              <a:rPr lang="en-US" sz="8000" dirty="0">
                <a:solidFill>
                  <a:srgbClr val="272727">
                    <a:alpha val="100000"/>
                  </a:srgbClr>
                </a:solidFill>
                <a:latin typeface="Teko Bold" pitchFamily="34" charset="0"/>
                <a:ea typeface="Teko Bold" pitchFamily="34" charset="-122"/>
                <a:cs typeface="Teko Bold" pitchFamily="34" charset="-120"/>
              </a:rPr>
              <a:t>PORTAL TO ADVENTURE</a:t>
            </a:r>
            <a:endParaRPr lang="en-US" sz="8000" dirty="0"/>
          </a:p>
        </p:txBody>
      </p:sp>
      <p:pic>
        <p:nvPicPr>
          <p:cNvPr id="12" name="Image 4" descr=" ">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568721" y="8089900"/>
            <a:ext cx="6325391" cy="56261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9D7C2"/>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24387048" cy="13716000"/>
          </a:xfrm>
          <a:prstGeom prst="rect">
            <a:avLst/>
          </a:prstGeom>
        </p:spPr>
      </p:pic>
      <p:sp>
        <p:nvSpPr>
          <p:cNvPr id="3" name="Shape 0"/>
          <p:cNvSpPr/>
          <p:nvPr/>
        </p:nvSpPr>
        <p:spPr>
          <a:xfrm>
            <a:off x="23370921" y="10515600"/>
            <a:ext cx="1016127" cy="3200400"/>
          </a:xfrm>
          <a:prstGeom prst="rect">
            <a:avLst/>
          </a:prstGeom>
          <a:noFill/>
          <a:ln/>
        </p:spPr>
      </p:sp>
      <p:pic>
        <p:nvPicPr>
          <p:cNvPr id="4" name="Image 1" descr=" ">    </p:cNvPr>
          <p:cNvPicPr>
            <a:picLocks noChangeAspect="1"/>
          </p:cNvPicPr>
          <p:nvPr/>
        </p:nvPicPr>
        <p:blipFill>
          <a:blip r:embed="rId3"/>
          <a:stretch>
            <a:fillRect/>
          </a:stretch>
        </p:blipFill>
        <p:spPr>
          <a:xfrm>
            <a:off x="23523340" y="10820400"/>
            <a:ext cx="711289" cy="2590800"/>
          </a:xfrm>
          <a:prstGeom prst="rect">
            <a:avLst/>
          </a:prstGeom>
        </p:spPr>
      </p:pic>
      <p:sp>
        <p:nvSpPr>
          <p:cNvPr id="5" name="Text 1"/>
          <p:cNvSpPr/>
          <p:nvPr/>
        </p:nvSpPr>
        <p:spPr>
          <a:xfrm>
            <a:off x="652015" y="11239500"/>
            <a:ext cx="7464300" cy="1799167"/>
          </a:xfrm>
          <a:prstGeom prst="rect">
            <a:avLst/>
          </a:prstGeom>
          <a:noFill/>
          <a:ln/>
        </p:spPr>
        <p:txBody>
          <a:bodyPr wrap="square" lIns="0" tIns="0" rIns="0" bIns="0" rtlCol="0" anchor="t"/>
          <a:lstStyle/>
          <a:p>
            <a:pPr algn="r" indent="0" marL="0">
              <a:buNone/>
            </a:pPr>
            <a:r>
              <a:rPr lang="en-US" sz="8000" dirty="0">
                <a:solidFill>
                  <a:srgbClr val="272727">
                    <a:alpha val="100000"/>
                  </a:srgbClr>
                </a:solidFill>
                <a:latin typeface="Teko Bold" pitchFamily="34" charset="0"/>
                <a:ea typeface="Teko Bold" pitchFamily="34" charset="-122"/>
                <a:cs typeface="Teko Bold" pitchFamily="34" charset="-120"/>
              </a:rPr>
              <a:t>A MAGIC PICTURE</a:t>
            </a:r>
            <a:endParaRPr lang="en-US" sz="8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9D7C2"/>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93337" y="0"/>
            <a:ext cx="19293711" cy="13716000"/>
          </a:xfrm>
          <a:prstGeom prst="rect">
            <a:avLst/>
          </a:prstGeom>
        </p:spPr>
      </p:pic>
      <p:sp>
        <p:nvSpPr>
          <p:cNvPr id="3" name="Shape 0"/>
          <p:cNvSpPr/>
          <p:nvPr/>
        </p:nvSpPr>
        <p:spPr>
          <a:xfrm>
            <a:off x="23370921" y="10515600"/>
            <a:ext cx="1016127" cy="3200400"/>
          </a:xfrm>
          <a:prstGeom prst="rect">
            <a:avLst/>
          </a:prstGeom>
          <a:noFill/>
          <a:ln/>
        </p:spPr>
      </p:sp>
      <p:pic>
        <p:nvPicPr>
          <p:cNvPr id="4" name="Image 1" descr=" ">    </p:cNvPr>
          <p:cNvPicPr>
            <a:picLocks noChangeAspect="1"/>
          </p:cNvPicPr>
          <p:nvPr/>
        </p:nvPicPr>
        <p:blipFill>
          <a:blip r:embed="rId3"/>
          <a:stretch>
            <a:fillRect/>
          </a:stretch>
        </p:blipFill>
        <p:spPr>
          <a:xfrm>
            <a:off x="23523340" y="10820400"/>
            <a:ext cx="711289" cy="2590800"/>
          </a:xfrm>
          <a:prstGeom prst="rect">
            <a:avLst/>
          </a:prstGeom>
        </p:spPr>
      </p:pic>
      <p:pic>
        <p:nvPicPr>
          <p:cNvPr id="5" name="Image 2" descr=" ">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0"/>
            <a:ext cx="7646356" cy="13716000"/>
          </a:xfrm>
          <a:prstGeom prst="rect">
            <a:avLst/>
          </a:prstGeom>
        </p:spPr>
      </p:pic>
      <p:sp>
        <p:nvSpPr>
          <p:cNvPr id="6" name="Shape 1"/>
          <p:cNvSpPr/>
          <p:nvPr/>
        </p:nvSpPr>
        <p:spPr>
          <a:xfrm>
            <a:off x="8675184" y="2578100"/>
            <a:ext cx="6604826" cy="2425700"/>
          </a:xfrm>
          <a:prstGeom prst="rect">
            <a:avLst/>
          </a:prstGeom>
          <a:noFill/>
          <a:ln/>
        </p:spPr>
      </p:sp>
      <p:sp>
        <p:nvSpPr>
          <p:cNvPr id="7" name="Shape 2"/>
          <p:cNvSpPr/>
          <p:nvPr/>
        </p:nvSpPr>
        <p:spPr>
          <a:xfrm>
            <a:off x="8675184" y="2628900"/>
            <a:ext cx="533467" cy="2324100"/>
          </a:xfrm>
          <a:prstGeom prst="rect">
            <a:avLst/>
          </a:prstGeom>
          <a:noFill/>
          <a:ln/>
        </p:spPr>
      </p:sp>
      <p:sp>
        <p:nvSpPr>
          <p:cNvPr id="8" name="Text 3"/>
          <p:cNvSpPr/>
          <p:nvPr/>
        </p:nvSpPr>
        <p:spPr>
          <a:xfrm>
            <a:off x="8675184" y="2628900"/>
            <a:ext cx="1075401" cy="2865967"/>
          </a:xfrm>
          <a:prstGeom prst="rect">
            <a:avLst/>
          </a:prstGeom>
          <a:noFill/>
          <a:ln/>
        </p:spPr>
        <p:txBody>
          <a:bodyPr wrap="square" lIns="0" tIns="0" rIns="0" bIns="0" rtlCol="0" anchor="t"/>
          <a:lstStyle/>
          <a:p>
            <a:pPr algn="l" indent="0" marL="0">
              <a:buNone/>
            </a:pPr>
            <a:r>
              <a:rPr lang="en-US" sz="12800" dirty="0">
                <a:solidFill>
                  <a:srgbClr val="272727">
                    <a:alpha val="100000"/>
                  </a:srgbClr>
                </a:solidFill>
                <a:latin typeface="Teko Bold" pitchFamily="34" charset="0"/>
                <a:ea typeface="Teko Bold" pitchFamily="34" charset="-122"/>
                <a:cs typeface="Teko Bold" pitchFamily="34" charset="-120"/>
              </a:rPr>
              <a:t>1</a:t>
            </a:r>
            <a:endParaRPr lang="en-US" sz="12800" dirty="0"/>
          </a:p>
        </p:txBody>
      </p:sp>
      <p:sp>
        <p:nvSpPr>
          <p:cNvPr id="9" name="Shape 4"/>
          <p:cNvSpPr/>
          <p:nvPr/>
        </p:nvSpPr>
        <p:spPr>
          <a:xfrm>
            <a:off x="9411876" y="2578100"/>
            <a:ext cx="5868133" cy="2425700"/>
          </a:xfrm>
          <a:prstGeom prst="rect">
            <a:avLst/>
          </a:prstGeom>
          <a:noFill/>
          <a:ln/>
        </p:spPr>
      </p:sp>
      <p:sp>
        <p:nvSpPr>
          <p:cNvPr id="10" name="Text 5"/>
          <p:cNvSpPr/>
          <p:nvPr/>
        </p:nvSpPr>
        <p:spPr>
          <a:xfrm>
            <a:off x="9411876" y="2578100"/>
            <a:ext cx="6071359"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DISCOVER THE SECRETS</a:t>
            </a:r>
            <a:endParaRPr lang="en-US" sz="4800" dirty="0"/>
          </a:p>
        </p:txBody>
      </p:sp>
      <p:sp>
        <p:nvSpPr>
          <p:cNvPr id="11" name="Text 6"/>
          <p:cNvSpPr/>
          <p:nvPr/>
        </p:nvSpPr>
        <p:spPr>
          <a:xfrm>
            <a:off x="9411876" y="3556000"/>
            <a:ext cx="6003617" cy="15832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Explore the lush, vibrant forest and uncover the mysteries that lie within.</a:t>
            </a:r>
            <a:endParaRPr lang="en-US" sz="3200" dirty="0"/>
          </a:p>
        </p:txBody>
      </p:sp>
      <p:sp>
        <p:nvSpPr>
          <p:cNvPr id="12" name="Shape 7"/>
          <p:cNvSpPr/>
          <p:nvPr/>
        </p:nvSpPr>
        <p:spPr>
          <a:xfrm>
            <a:off x="8675184" y="6997700"/>
            <a:ext cx="6604826" cy="2908300"/>
          </a:xfrm>
          <a:prstGeom prst="rect">
            <a:avLst/>
          </a:prstGeom>
          <a:noFill/>
          <a:ln/>
        </p:spPr>
      </p:sp>
      <p:sp>
        <p:nvSpPr>
          <p:cNvPr id="13" name="Shape 8"/>
          <p:cNvSpPr/>
          <p:nvPr/>
        </p:nvSpPr>
        <p:spPr>
          <a:xfrm>
            <a:off x="8675184" y="7289800"/>
            <a:ext cx="774797" cy="2324100"/>
          </a:xfrm>
          <a:prstGeom prst="rect">
            <a:avLst/>
          </a:prstGeom>
          <a:noFill/>
          <a:ln/>
        </p:spPr>
      </p:sp>
      <p:sp>
        <p:nvSpPr>
          <p:cNvPr id="14" name="Text 9"/>
          <p:cNvSpPr/>
          <p:nvPr/>
        </p:nvSpPr>
        <p:spPr>
          <a:xfrm>
            <a:off x="8675184" y="7289800"/>
            <a:ext cx="1316731" cy="2865967"/>
          </a:xfrm>
          <a:prstGeom prst="rect">
            <a:avLst/>
          </a:prstGeom>
          <a:noFill/>
          <a:ln/>
        </p:spPr>
        <p:txBody>
          <a:bodyPr wrap="square" lIns="0" tIns="0" rIns="0" bIns="0" rtlCol="0" anchor="t"/>
          <a:lstStyle/>
          <a:p>
            <a:pPr algn="l" indent="0" marL="0">
              <a:buNone/>
            </a:pPr>
            <a:r>
              <a:rPr lang="en-US" sz="12800" dirty="0">
                <a:solidFill>
                  <a:srgbClr val="272727">
                    <a:alpha val="100000"/>
                  </a:srgbClr>
                </a:solidFill>
                <a:latin typeface="Teko Bold" pitchFamily="34" charset="0"/>
                <a:ea typeface="Teko Bold" pitchFamily="34" charset="-122"/>
                <a:cs typeface="Teko Bold" pitchFamily="34" charset="-120"/>
              </a:rPr>
              <a:t>3</a:t>
            </a:r>
            <a:endParaRPr lang="en-US" sz="12800" dirty="0"/>
          </a:p>
        </p:txBody>
      </p:sp>
      <p:sp>
        <p:nvSpPr>
          <p:cNvPr id="15" name="Shape 10"/>
          <p:cNvSpPr/>
          <p:nvPr/>
        </p:nvSpPr>
        <p:spPr>
          <a:xfrm>
            <a:off x="9653206" y="6997700"/>
            <a:ext cx="5626803" cy="2908300"/>
          </a:xfrm>
          <a:prstGeom prst="rect">
            <a:avLst/>
          </a:prstGeom>
          <a:noFill/>
          <a:ln/>
        </p:spPr>
      </p:sp>
      <p:sp>
        <p:nvSpPr>
          <p:cNvPr id="16" name="Text 11"/>
          <p:cNvSpPr/>
          <p:nvPr/>
        </p:nvSpPr>
        <p:spPr>
          <a:xfrm>
            <a:off x="9653206" y="6997700"/>
            <a:ext cx="5830029"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MEET THE CREATURES</a:t>
            </a:r>
            <a:endParaRPr lang="en-US" sz="4800" dirty="0"/>
          </a:p>
        </p:txBody>
      </p:sp>
      <p:sp>
        <p:nvSpPr>
          <p:cNvPr id="17" name="Text 12"/>
          <p:cNvSpPr/>
          <p:nvPr/>
        </p:nvSpPr>
        <p:spPr>
          <a:xfrm>
            <a:off x="9653206" y="7975600"/>
            <a:ext cx="5762287" cy="20658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Encounter the mythical creatures that call the forest home, from talking animals to fairies.</a:t>
            </a:r>
            <a:endParaRPr lang="en-US" sz="3200" dirty="0"/>
          </a:p>
        </p:txBody>
      </p:sp>
      <p:sp>
        <p:nvSpPr>
          <p:cNvPr id="18" name="Shape 13"/>
          <p:cNvSpPr/>
          <p:nvPr/>
        </p:nvSpPr>
        <p:spPr>
          <a:xfrm>
            <a:off x="16181822" y="6997700"/>
            <a:ext cx="6604826" cy="2425700"/>
          </a:xfrm>
          <a:prstGeom prst="rect">
            <a:avLst/>
          </a:prstGeom>
          <a:noFill/>
          <a:ln/>
        </p:spPr>
      </p:sp>
      <p:sp>
        <p:nvSpPr>
          <p:cNvPr id="19" name="Shape 14"/>
          <p:cNvSpPr/>
          <p:nvPr/>
        </p:nvSpPr>
        <p:spPr>
          <a:xfrm>
            <a:off x="16181822" y="7048500"/>
            <a:ext cx="825603" cy="2324100"/>
          </a:xfrm>
          <a:prstGeom prst="rect">
            <a:avLst/>
          </a:prstGeom>
          <a:noFill/>
          <a:ln/>
        </p:spPr>
      </p:sp>
      <p:sp>
        <p:nvSpPr>
          <p:cNvPr id="20" name="Text 15"/>
          <p:cNvSpPr/>
          <p:nvPr/>
        </p:nvSpPr>
        <p:spPr>
          <a:xfrm>
            <a:off x="16181822" y="7048500"/>
            <a:ext cx="1367538" cy="2865967"/>
          </a:xfrm>
          <a:prstGeom prst="rect">
            <a:avLst/>
          </a:prstGeom>
          <a:noFill/>
          <a:ln/>
        </p:spPr>
        <p:txBody>
          <a:bodyPr wrap="square" lIns="0" tIns="0" rIns="0" bIns="0" rtlCol="0" anchor="t"/>
          <a:lstStyle/>
          <a:p>
            <a:pPr algn="l" indent="0" marL="0">
              <a:buNone/>
            </a:pPr>
            <a:r>
              <a:rPr lang="en-US" sz="12800" dirty="0">
                <a:solidFill>
                  <a:srgbClr val="272727">
                    <a:alpha val="100000"/>
                  </a:srgbClr>
                </a:solidFill>
                <a:latin typeface="Teko Bold" pitchFamily="34" charset="0"/>
                <a:ea typeface="Teko Bold" pitchFamily="34" charset="-122"/>
                <a:cs typeface="Teko Bold" pitchFamily="34" charset="-120"/>
              </a:rPr>
              <a:t>4</a:t>
            </a:r>
            <a:endParaRPr lang="en-US" sz="12800" dirty="0"/>
          </a:p>
        </p:txBody>
      </p:sp>
      <p:sp>
        <p:nvSpPr>
          <p:cNvPr id="21" name="Shape 16"/>
          <p:cNvSpPr/>
          <p:nvPr/>
        </p:nvSpPr>
        <p:spPr>
          <a:xfrm>
            <a:off x="17210651" y="6997700"/>
            <a:ext cx="5575997" cy="2425700"/>
          </a:xfrm>
          <a:prstGeom prst="rect">
            <a:avLst/>
          </a:prstGeom>
          <a:noFill/>
          <a:ln/>
        </p:spPr>
      </p:sp>
      <p:sp>
        <p:nvSpPr>
          <p:cNvPr id="22" name="Text 17"/>
          <p:cNvSpPr/>
          <p:nvPr/>
        </p:nvSpPr>
        <p:spPr>
          <a:xfrm>
            <a:off x="17210651" y="6997700"/>
            <a:ext cx="5779222"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UNCOVER THE MAGIC</a:t>
            </a:r>
            <a:endParaRPr lang="en-US" sz="4800" dirty="0"/>
          </a:p>
        </p:txBody>
      </p:sp>
      <p:sp>
        <p:nvSpPr>
          <p:cNvPr id="23" name="Text 18"/>
          <p:cNvSpPr/>
          <p:nvPr/>
        </p:nvSpPr>
        <p:spPr>
          <a:xfrm>
            <a:off x="17210651" y="7975600"/>
            <a:ext cx="5711481" cy="15832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Learn about the powerful magic that pervades the forest and how it affects all who enter.</a:t>
            </a:r>
            <a:endParaRPr lang="en-US" sz="3200" dirty="0"/>
          </a:p>
        </p:txBody>
      </p:sp>
      <p:sp>
        <p:nvSpPr>
          <p:cNvPr id="24" name="Shape 19"/>
          <p:cNvSpPr/>
          <p:nvPr/>
        </p:nvSpPr>
        <p:spPr>
          <a:xfrm>
            <a:off x="16181822" y="2578100"/>
            <a:ext cx="6604826" cy="2425700"/>
          </a:xfrm>
          <a:prstGeom prst="rect">
            <a:avLst/>
          </a:prstGeom>
          <a:noFill/>
          <a:ln/>
        </p:spPr>
      </p:sp>
      <p:sp>
        <p:nvSpPr>
          <p:cNvPr id="25" name="Shape 20"/>
          <p:cNvSpPr/>
          <p:nvPr/>
        </p:nvSpPr>
        <p:spPr>
          <a:xfrm>
            <a:off x="16181822" y="2628900"/>
            <a:ext cx="762095" cy="2324100"/>
          </a:xfrm>
          <a:prstGeom prst="rect">
            <a:avLst/>
          </a:prstGeom>
          <a:noFill/>
          <a:ln/>
        </p:spPr>
      </p:sp>
      <p:sp>
        <p:nvSpPr>
          <p:cNvPr id="26" name="Text 21"/>
          <p:cNvSpPr/>
          <p:nvPr/>
        </p:nvSpPr>
        <p:spPr>
          <a:xfrm>
            <a:off x="16181822" y="2628900"/>
            <a:ext cx="1304030" cy="2865967"/>
          </a:xfrm>
          <a:prstGeom prst="rect">
            <a:avLst/>
          </a:prstGeom>
          <a:noFill/>
          <a:ln/>
        </p:spPr>
        <p:txBody>
          <a:bodyPr wrap="square" lIns="0" tIns="0" rIns="0" bIns="0" rtlCol="0" anchor="t"/>
          <a:lstStyle/>
          <a:p>
            <a:pPr algn="l" indent="0" marL="0">
              <a:buNone/>
            </a:pPr>
            <a:r>
              <a:rPr lang="en-US" sz="12800" dirty="0">
                <a:solidFill>
                  <a:srgbClr val="272727">
                    <a:alpha val="100000"/>
                  </a:srgbClr>
                </a:solidFill>
                <a:latin typeface="Teko Bold" pitchFamily="34" charset="0"/>
                <a:ea typeface="Teko Bold" pitchFamily="34" charset="-122"/>
                <a:cs typeface="Teko Bold" pitchFamily="34" charset="-120"/>
              </a:rPr>
              <a:t>2</a:t>
            </a:r>
            <a:endParaRPr lang="en-US" sz="12800" dirty="0"/>
          </a:p>
        </p:txBody>
      </p:sp>
      <p:sp>
        <p:nvSpPr>
          <p:cNvPr id="27" name="Shape 22"/>
          <p:cNvSpPr/>
          <p:nvPr/>
        </p:nvSpPr>
        <p:spPr>
          <a:xfrm>
            <a:off x="17147143" y="2578100"/>
            <a:ext cx="5639505" cy="2425700"/>
          </a:xfrm>
          <a:prstGeom prst="rect">
            <a:avLst/>
          </a:prstGeom>
          <a:noFill/>
          <a:ln/>
        </p:spPr>
      </p:sp>
      <p:sp>
        <p:nvSpPr>
          <p:cNvPr id="28" name="Text 23"/>
          <p:cNvSpPr/>
          <p:nvPr/>
        </p:nvSpPr>
        <p:spPr>
          <a:xfrm>
            <a:off x="17147143" y="2578100"/>
            <a:ext cx="5842730"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FIND YOUR OWN PATH</a:t>
            </a:r>
            <a:endParaRPr lang="en-US" sz="4800" dirty="0"/>
          </a:p>
        </p:txBody>
      </p:sp>
      <p:sp>
        <p:nvSpPr>
          <p:cNvPr id="29" name="Text 24"/>
          <p:cNvSpPr/>
          <p:nvPr/>
        </p:nvSpPr>
        <p:spPr>
          <a:xfrm>
            <a:off x="17147143" y="3556000"/>
            <a:ext cx="5774988" cy="15832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Choose your own path through the forest, and see where it takes you.</a:t>
            </a:r>
            <a:endParaRPr lang="en-US"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9D7C2"/>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550594" y="4445000"/>
            <a:ext cx="12726988" cy="9271000"/>
          </a:xfrm>
          <a:prstGeom prst="rect">
            <a:avLst/>
          </a:prstGeom>
        </p:spPr>
      </p:pic>
      <p:sp>
        <p:nvSpPr>
          <p:cNvPr id="3" name="Shape 0"/>
          <p:cNvSpPr/>
          <p:nvPr/>
        </p:nvSpPr>
        <p:spPr>
          <a:xfrm>
            <a:off x="23370921" y="10515600"/>
            <a:ext cx="1016127" cy="3200400"/>
          </a:xfrm>
          <a:prstGeom prst="rect">
            <a:avLst/>
          </a:prstGeom>
          <a:noFill/>
          <a:ln/>
        </p:spPr>
      </p:sp>
      <p:pic>
        <p:nvPicPr>
          <p:cNvPr id="4" name="Image 1" descr=" ">    </p:cNvPr>
          <p:cNvPicPr>
            <a:picLocks noChangeAspect="1"/>
          </p:cNvPicPr>
          <p:nvPr/>
        </p:nvPicPr>
        <p:blipFill>
          <a:blip r:embed="rId3"/>
          <a:stretch>
            <a:fillRect/>
          </a:stretch>
        </p:blipFill>
        <p:spPr>
          <a:xfrm>
            <a:off x="23523340" y="10820400"/>
            <a:ext cx="711289" cy="2590800"/>
          </a:xfrm>
          <a:prstGeom prst="rect">
            <a:avLst/>
          </a:prstGeom>
        </p:spPr>
      </p:pic>
      <p:pic>
        <p:nvPicPr>
          <p:cNvPr id="5" name="Image 2" descr=" ">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8063" y="3683000"/>
            <a:ext cx="14797349" cy="8039100"/>
          </a:xfrm>
          <a:prstGeom prst="rect">
            <a:avLst/>
          </a:prstGeom>
        </p:spPr>
      </p:pic>
      <p:sp>
        <p:nvSpPr>
          <p:cNvPr id="6" name="Text 1"/>
          <p:cNvSpPr/>
          <p:nvPr/>
        </p:nvSpPr>
        <p:spPr>
          <a:xfrm>
            <a:off x="5012893" y="952500"/>
            <a:ext cx="14348560" cy="1799167"/>
          </a:xfrm>
          <a:prstGeom prst="rect">
            <a:avLst/>
          </a:prstGeom>
          <a:noFill/>
          <a:ln/>
        </p:spPr>
        <p:txBody>
          <a:bodyPr wrap="square" lIns="0" tIns="0" rIns="0" bIns="0" rtlCol="0" anchor="t"/>
          <a:lstStyle/>
          <a:p>
            <a:pPr algn="ctr" indent="0" marL="0">
              <a:buNone/>
            </a:pPr>
            <a:r>
              <a:rPr lang="en-US" sz="8000" dirty="0">
                <a:solidFill>
                  <a:srgbClr val="272727">
                    <a:alpha val="100000"/>
                  </a:srgbClr>
                </a:solidFill>
                <a:latin typeface="Teko Bold" pitchFamily="34" charset="0"/>
                <a:ea typeface="Teko Bold" pitchFamily="34" charset="-122"/>
                <a:cs typeface="Teko Bold" pitchFamily="34" charset="-120"/>
              </a:rPr>
              <a:t>FANTASY REALM AT A GLANCE</a:t>
            </a:r>
            <a:endParaRPr lang="en-US" sz="8000" dirty="0"/>
          </a:p>
        </p:txBody>
      </p:sp>
      <p:sp>
        <p:nvSpPr>
          <p:cNvPr id="7" name="Shape 2"/>
          <p:cNvSpPr/>
          <p:nvPr/>
        </p:nvSpPr>
        <p:spPr>
          <a:xfrm>
            <a:off x="16181822" y="3251200"/>
            <a:ext cx="6935067" cy="1943100"/>
          </a:xfrm>
          <a:prstGeom prst="rect">
            <a:avLst/>
          </a:prstGeom>
          <a:noFill/>
          <a:ln/>
        </p:spPr>
      </p:sp>
      <p:sp>
        <p:nvSpPr>
          <p:cNvPr id="8" name="Shape 3"/>
          <p:cNvSpPr/>
          <p:nvPr/>
        </p:nvSpPr>
        <p:spPr>
          <a:xfrm>
            <a:off x="16181822" y="3251200"/>
            <a:ext cx="6935067" cy="1943100"/>
          </a:xfrm>
          <a:prstGeom prst="rect">
            <a:avLst/>
          </a:prstGeom>
          <a:noFill/>
          <a:ln/>
        </p:spPr>
      </p:sp>
      <p:sp>
        <p:nvSpPr>
          <p:cNvPr id="9" name="Text 4"/>
          <p:cNvSpPr/>
          <p:nvPr/>
        </p:nvSpPr>
        <p:spPr>
          <a:xfrm>
            <a:off x="16181822" y="3251200"/>
            <a:ext cx="7138292"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THE ENCHANTED FOREST</a:t>
            </a:r>
            <a:endParaRPr lang="en-US" sz="4800" dirty="0"/>
          </a:p>
        </p:txBody>
      </p:sp>
      <p:sp>
        <p:nvSpPr>
          <p:cNvPr id="10" name="Text 5"/>
          <p:cNvSpPr/>
          <p:nvPr/>
        </p:nvSpPr>
        <p:spPr>
          <a:xfrm>
            <a:off x="16181822" y="4229100"/>
            <a:ext cx="7070550" cy="11006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A magical forest filled with talking animals and enchanted creatures.</a:t>
            </a:r>
            <a:endParaRPr lang="en-US" sz="3200" dirty="0"/>
          </a:p>
        </p:txBody>
      </p:sp>
      <p:sp>
        <p:nvSpPr>
          <p:cNvPr id="11" name="Shape 6"/>
          <p:cNvSpPr/>
          <p:nvPr/>
        </p:nvSpPr>
        <p:spPr>
          <a:xfrm>
            <a:off x="16181822" y="6413500"/>
            <a:ext cx="6935067" cy="1943100"/>
          </a:xfrm>
          <a:prstGeom prst="rect">
            <a:avLst/>
          </a:prstGeom>
          <a:noFill/>
          <a:ln/>
        </p:spPr>
      </p:sp>
      <p:sp>
        <p:nvSpPr>
          <p:cNvPr id="12" name="Shape 7"/>
          <p:cNvSpPr/>
          <p:nvPr/>
        </p:nvSpPr>
        <p:spPr>
          <a:xfrm>
            <a:off x="16181822" y="6413500"/>
            <a:ext cx="6935067" cy="1943100"/>
          </a:xfrm>
          <a:prstGeom prst="rect">
            <a:avLst/>
          </a:prstGeom>
          <a:noFill/>
          <a:ln/>
        </p:spPr>
      </p:sp>
      <p:sp>
        <p:nvSpPr>
          <p:cNvPr id="13" name="Text 8"/>
          <p:cNvSpPr/>
          <p:nvPr/>
        </p:nvSpPr>
        <p:spPr>
          <a:xfrm>
            <a:off x="16181822" y="6413500"/>
            <a:ext cx="7138292"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THE CRYSTAL CAVES</a:t>
            </a:r>
            <a:endParaRPr lang="en-US" sz="4800" dirty="0"/>
          </a:p>
        </p:txBody>
      </p:sp>
      <p:sp>
        <p:nvSpPr>
          <p:cNvPr id="14" name="Text 9"/>
          <p:cNvSpPr/>
          <p:nvPr/>
        </p:nvSpPr>
        <p:spPr>
          <a:xfrm>
            <a:off x="16181822" y="7391400"/>
            <a:ext cx="7070550" cy="11006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A network of underground caves filled with precious gems and crystals.</a:t>
            </a:r>
            <a:endParaRPr lang="en-US" sz="3200" dirty="0"/>
          </a:p>
        </p:txBody>
      </p:sp>
      <p:sp>
        <p:nvSpPr>
          <p:cNvPr id="15" name="Shape 10"/>
          <p:cNvSpPr/>
          <p:nvPr/>
        </p:nvSpPr>
        <p:spPr>
          <a:xfrm>
            <a:off x="16181822" y="9575800"/>
            <a:ext cx="6935067" cy="1943100"/>
          </a:xfrm>
          <a:prstGeom prst="rect">
            <a:avLst/>
          </a:prstGeom>
          <a:noFill/>
          <a:ln/>
        </p:spPr>
      </p:sp>
      <p:sp>
        <p:nvSpPr>
          <p:cNvPr id="16" name="Shape 11"/>
          <p:cNvSpPr/>
          <p:nvPr/>
        </p:nvSpPr>
        <p:spPr>
          <a:xfrm>
            <a:off x="16181822" y="9575800"/>
            <a:ext cx="6935067" cy="1943100"/>
          </a:xfrm>
          <a:prstGeom prst="rect">
            <a:avLst/>
          </a:prstGeom>
          <a:noFill/>
          <a:ln/>
        </p:spPr>
      </p:sp>
      <p:sp>
        <p:nvSpPr>
          <p:cNvPr id="17" name="Text 12"/>
          <p:cNvSpPr/>
          <p:nvPr/>
        </p:nvSpPr>
        <p:spPr>
          <a:xfrm>
            <a:off x="16181822" y="9575800"/>
            <a:ext cx="7138292" cy="1079500"/>
          </a:xfrm>
          <a:prstGeom prst="rect">
            <a:avLst/>
          </a:prstGeom>
          <a:noFill/>
          <a:ln/>
        </p:spPr>
        <p:txBody>
          <a:bodyPr wrap="square" lIns="0" tIns="0" rIns="0" bIns="0" rtlCol="0" anchor="t"/>
          <a:lstStyle/>
          <a:p>
            <a:pPr algn="l" indent="0" marL="0">
              <a:buNone/>
            </a:pPr>
            <a:r>
              <a:rPr lang="en-US" sz="4800" dirty="0">
                <a:solidFill>
                  <a:srgbClr val="0E0E0E">
                    <a:alpha val="100000"/>
                  </a:srgbClr>
                </a:solidFill>
                <a:latin typeface="Teko Bold" pitchFamily="34" charset="0"/>
                <a:ea typeface="Teko Bold" pitchFamily="34" charset="-122"/>
                <a:cs typeface="Teko Bold" pitchFamily="34" charset="-120"/>
              </a:rPr>
              <a:t>THE DRAGON'S LAIR</a:t>
            </a:r>
            <a:endParaRPr lang="en-US" sz="4800" dirty="0"/>
          </a:p>
        </p:txBody>
      </p:sp>
      <p:sp>
        <p:nvSpPr>
          <p:cNvPr id="18" name="Text 13"/>
          <p:cNvSpPr/>
          <p:nvPr/>
        </p:nvSpPr>
        <p:spPr>
          <a:xfrm>
            <a:off x="16181822" y="10553700"/>
            <a:ext cx="7070550" cy="1100667"/>
          </a:xfrm>
          <a:prstGeom prst="rect">
            <a:avLst/>
          </a:prstGeom>
          <a:noFill/>
          <a:ln/>
        </p:spPr>
        <p:txBody>
          <a:bodyPr wrap="square" lIns="0" tIns="0" rIns="0" bIns="0" rtlCol="0" anchor="t"/>
          <a:lstStyle/>
          <a:p>
            <a:pPr algn="l" indent="0" marL="0">
              <a:spcAft>
                <a:spcPts val="8000"/>
              </a:spcAft>
              <a:buNone/>
            </a:pPr>
            <a:r>
              <a:rPr lang="en-US" sz="3200" dirty="0">
                <a:solidFill>
                  <a:srgbClr val="0E0E0E">
                    <a:alpha val="100000"/>
                  </a:srgbClr>
                </a:solidFill>
                <a:latin typeface="Lato Regular" pitchFamily="34" charset="0"/>
                <a:ea typeface="Lato Regular" pitchFamily="34" charset="-122"/>
                <a:cs typeface="Lato Regular" pitchFamily="34" charset="-120"/>
              </a:rPr>
              <a:t>A dangerous and mysterious place where dragons reside.</a:t>
            </a:r>
            <a:endParaRPr lang="en-US" sz="3200" dirty="0"/>
          </a:p>
        </p:txBody>
      </p:sp>
      <p:pic>
        <p:nvPicPr>
          <p:cNvPr id="19" name="Image 3" descr=" ">    </p:cNvPr>
          <p:cNvPicPr>
            <a:picLocks noChangeAspect="1"/>
          </p:cNvPicPr>
          <p:nvPr/>
        </p:nvPicPr>
        <p:blipFill>
          <a:blip r:embed="rId6"/>
          <a:stretch>
            <a:fillRect/>
          </a:stretch>
        </p:blipFill>
        <p:spPr>
          <a:xfrm>
            <a:off x="4712289" y="8978900"/>
            <a:ext cx="838305" cy="838200"/>
          </a:xfrm>
          <a:prstGeom prst="rect">
            <a:avLst/>
          </a:prstGeom>
        </p:spPr>
      </p:pic>
      <p:pic>
        <p:nvPicPr>
          <p:cNvPr id="20" name="Image 4" descr=" ">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1534" y="9047163"/>
            <a:ext cx="639123" cy="576461"/>
          </a:xfrm>
          <a:prstGeom prst="rect">
            <a:avLst/>
          </a:prstGeom>
        </p:spPr>
      </p:pic>
      <p:pic>
        <p:nvPicPr>
          <p:cNvPr id="21" name="Image 5" descr=" ">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43624" y="9174138"/>
            <a:ext cx="637573" cy="572046"/>
          </a:xfrm>
          <a:prstGeom prst="rect">
            <a:avLst/>
          </a:prstGeom>
        </p:spPr>
      </p:pic>
      <p:pic>
        <p:nvPicPr>
          <p:cNvPr id="22" name="Image 6" descr=" ">    </p:cNvPr>
          <p:cNvPicPr>
            <a:picLocks noChangeAspect="1"/>
          </p:cNvPicPr>
          <p:nvPr/>
        </p:nvPicPr>
        <p:blipFill>
          <a:blip r:embed="rId11"/>
          <a:stretch>
            <a:fillRect/>
          </a:stretch>
        </p:blipFill>
        <p:spPr>
          <a:xfrm>
            <a:off x="7493937" y="7620000"/>
            <a:ext cx="825603" cy="825500"/>
          </a:xfrm>
          <a:prstGeom prst="rect">
            <a:avLst/>
          </a:prstGeom>
        </p:spPr>
      </p:pic>
      <p:pic>
        <p:nvPicPr>
          <p:cNvPr id="23" name="Image 7" descr=" ">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562133" y="7687221"/>
            <a:ext cx="629439" cy="567730"/>
          </a:xfrm>
          <a:prstGeom prst="rect">
            <a:avLst/>
          </a:prstGeom>
        </p:spPr>
      </p:pic>
      <p:pic>
        <p:nvPicPr>
          <p:cNvPr id="24" name="Image 8" descr=" ">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623281" y="7812261"/>
            <a:ext cx="627913" cy="563364"/>
          </a:xfrm>
          <a:prstGeom prst="rect">
            <a:avLst/>
          </a:prstGeom>
        </p:spPr>
      </p:pic>
      <p:pic>
        <p:nvPicPr>
          <p:cNvPr id="25" name="Image 9" descr=" ">    </p:cNvPr>
          <p:cNvPicPr>
            <a:picLocks noChangeAspect="1"/>
          </p:cNvPicPr>
          <p:nvPr/>
        </p:nvPicPr>
        <p:blipFill>
          <a:blip r:embed="rId16"/>
          <a:stretch>
            <a:fillRect/>
          </a:stretch>
        </p:blipFill>
        <p:spPr>
          <a:xfrm>
            <a:off x="11279010" y="7302500"/>
            <a:ext cx="838305" cy="825500"/>
          </a:xfrm>
          <a:prstGeom prst="rect">
            <a:avLst/>
          </a:prstGeom>
        </p:spPr>
      </p:pic>
      <p:pic>
        <p:nvPicPr>
          <p:cNvPr id="26" name="Image 10" descr=" ">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1348254" y="7369721"/>
            <a:ext cx="639123" cy="567730"/>
          </a:xfrm>
          <a:prstGeom prst="rect">
            <a:avLst/>
          </a:prstGeom>
        </p:spPr>
      </p:pic>
      <p:pic>
        <p:nvPicPr>
          <p:cNvPr id="27" name="Image 11" descr=" ">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410345" y="7494761"/>
            <a:ext cx="637573" cy="563364"/>
          </a:xfrm>
          <a:prstGeom prst="rect">
            <a:avLst/>
          </a:prstGeom>
        </p:spPr>
      </p:pic>
      <p:pic>
        <p:nvPicPr>
          <p:cNvPr id="28" name="Image 12" descr=" ">    </p:cNvPr>
          <p:cNvPicPr>
            <a:picLocks noChangeAspect="1"/>
          </p:cNvPicPr>
          <p:nvPr/>
        </p:nvPicPr>
        <p:blipFill>
          <a:blip r:embed="rId21"/>
          <a:stretch>
            <a:fillRect/>
          </a:stretch>
        </p:blipFill>
        <p:spPr>
          <a:xfrm>
            <a:off x="8827603" y="5410200"/>
            <a:ext cx="825603" cy="838200"/>
          </a:xfrm>
          <a:prstGeom prst="rect">
            <a:avLst/>
          </a:prstGeom>
        </p:spPr>
      </p:pic>
      <p:pic>
        <p:nvPicPr>
          <p:cNvPr id="29" name="Image 13" descr=" ">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895800" y="5478463"/>
            <a:ext cx="629439" cy="576461"/>
          </a:xfrm>
          <a:prstGeom prst="rect">
            <a:avLst/>
          </a:prstGeom>
        </p:spPr>
      </p:pic>
      <p:pic>
        <p:nvPicPr>
          <p:cNvPr id="30" name="Image 14" descr=" ">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956948" y="5605438"/>
            <a:ext cx="627913" cy="57204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D261A"/>
        </a:solidFill>
      </p:bgPr>
    </p:bg>
    <p:spTree>
      <p:nvGrpSpPr>
        <p:cNvPr id="1" name=""/>
        <p:cNvGrpSpPr/>
        <p:nvPr/>
      </p:nvGrpSpPr>
      <p:grpSpPr>
        <a:xfrm>
          <a:off x="0" y="0"/>
          <a:ext cx="0" cy="0"/>
          <a:chOff x="0" y="0"/>
          <a:chExt cx="0" cy="0"/>
        </a:xfrm>
      </p:grpSpPr>
      <p:pic>
        <p:nvPicPr>
          <p:cNvPr id="2" name="Image 0" descr=" ">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23884858" cy="13716000"/>
          </a:xfrm>
          <a:prstGeom prst="rect">
            <a:avLst/>
          </a:prstGeom>
        </p:spPr>
      </p:pic>
      <p:pic>
        <p:nvPicPr>
          <p:cNvPr id="3" name="Image 1" descr=" ">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895537" y="1778000"/>
            <a:ext cx="9094337" cy="9613900"/>
          </a:xfrm>
          <a:prstGeom prst="rect">
            <a:avLst/>
          </a:prstGeom>
        </p:spPr>
      </p:pic>
      <p:sp>
        <p:nvSpPr>
          <p:cNvPr id="4" name="Shape 0"/>
          <p:cNvSpPr/>
          <p:nvPr/>
        </p:nvSpPr>
        <p:spPr>
          <a:xfrm>
            <a:off x="23370921" y="10515600"/>
            <a:ext cx="1016127" cy="3200400"/>
          </a:xfrm>
          <a:prstGeom prst="rect">
            <a:avLst/>
          </a:prstGeom>
          <a:noFill/>
          <a:ln/>
        </p:spPr>
      </p:sp>
      <p:pic>
        <p:nvPicPr>
          <p:cNvPr id="5" name="Image 2" descr=" ">    </p:cNvPr>
          <p:cNvPicPr>
            <a:picLocks noChangeAspect="1"/>
          </p:cNvPicPr>
          <p:nvPr/>
        </p:nvPicPr>
        <p:blipFill>
          <a:blip r:embed="rId5"/>
          <a:stretch>
            <a:fillRect/>
          </a:stretch>
        </p:blipFill>
        <p:spPr>
          <a:xfrm>
            <a:off x="23523340" y="10820400"/>
            <a:ext cx="711289" cy="2590800"/>
          </a:xfrm>
          <a:prstGeom prst="rect">
            <a:avLst/>
          </a:prstGeom>
        </p:spPr>
      </p:pic>
      <p:sp>
        <p:nvSpPr>
          <p:cNvPr id="6" name="Shape 1"/>
          <p:cNvSpPr/>
          <p:nvPr/>
        </p:nvSpPr>
        <p:spPr>
          <a:xfrm>
            <a:off x="2768946" y="2324100"/>
            <a:ext cx="11126591" cy="9067800"/>
          </a:xfrm>
          <a:prstGeom prst="roundRect">
            <a:avLst>
              <a:gd name="adj" fmla="val 14017"/>
            </a:avLst>
          </a:prstGeom>
          <a:noFill/>
          <a:ln/>
        </p:spPr>
      </p:sp>
      <p:sp>
        <p:nvSpPr>
          <p:cNvPr id="7" name="Text 2"/>
          <p:cNvSpPr/>
          <p:nvPr/>
        </p:nvSpPr>
        <p:spPr>
          <a:xfrm>
            <a:off x="3581848" y="3136900"/>
            <a:ext cx="9839496" cy="3259667"/>
          </a:xfrm>
          <a:prstGeom prst="rect">
            <a:avLst/>
          </a:prstGeom>
          <a:noFill/>
          <a:ln/>
        </p:spPr>
        <p:txBody>
          <a:bodyPr wrap="square" lIns="0" tIns="0" rIns="0" bIns="0" rtlCol="0" anchor="t"/>
          <a:lstStyle/>
          <a:p>
            <a:pPr algn="l" indent="0" marL="0">
              <a:buNone/>
            </a:pPr>
            <a:r>
              <a:rPr lang="en-US" sz="8000" dirty="0">
                <a:solidFill>
                  <a:srgbClr val="E9D7C2">
                    <a:alpha val="100000"/>
                  </a:srgbClr>
                </a:solidFill>
                <a:latin typeface="Teko Bold" pitchFamily="34" charset="0"/>
                <a:ea typeface="Teko Bold" pitchFamily="34" charset="-122"/>
                <a:cs typeface="Teko Bold" pitchFamily="34" charset="-120"/>
              </a:rPr>
              <a:t>THANK YOU FOR CHOOSING EATEMP</a:t>
            </a:r>
            <a:endParaRPr lang="en-US" sz="8000" dirty="0"/>
          </a:p>
        </p:txBody>
      </p:sp>
      <p:sp>
        <p:nvSpPr>
          <p:cNvPr id="8" name="Text 3"/>
          <p:cNvSpPr/>
          <p:nvPr/>
        </p:nvSpPr>
        <p:spPr>
          <a:xfrm>
            <a:off x="3581848" y="6667500"/>
            <a:ext cx="9636271" cy="4047067"/>
          </a:xfrm>
          <a:prstGeom prst="rect">
            <a:avLst/>
          </a:prstGeom>
          <a:noFill/>
          <a:ln/>
        </p:spPr>
        <p:txBody>
          <a:bodyPr wrap="square" lIns="0" tIns="0" rIns="0" bIns="0" rtlCol="0" anchor="t"/>
          <a:lstStyle/>
          <a:p>
            <a:pPr algn="l" indent="0" marL="0">
              <a:spcAft>
                <a:spcPts val="8000"/>
              </a:spcAft>
              <a:buNone/>
            </a:pPr>
            <a:r>
              <a:rPr lang="en-US" sz="3200" dirty="0">
                <a:solidFill>
                  <a:srgbClr val="E9D7C2">
                    <a:alpha val="100000"/>
                  </a:srgbClr>
                </a:solidFill>
                <a:latin typeface="Lato Regular" pitchFamily="34" charset="0"/>
                <a:ea typeface="Lato Regular" pitchFamily="34" charset="-122"/>
                <a:cs typeface="Lato Regular" pitchFamily="34" charset="-120"/>
              </a:rPr>
              <a:t>We offer free and high-quality slides templates for your presentations. We appreciate you choosing us and hope our templates have been helpful. </a:t>
            </a:r>
            <a:endParaRPr lang="en-US" sz="3200" dirty="0"/>
          </a:p>
          <a:p>
            <a:pPr algn="l" indent="0" marL="0">
              <a:spcAft>
                <a:spcPts val="8000"/>
              </a:spcAft>
              <a:buNone/>
            </a:pPr>
            <a:r>
              <a:rPr lang="en-US" sz="3200" dirty="0">
                <a:solidFill>
                  <a:srgbClr val="E9D7C2">
                    <a:alpha val="100000"/>
                  </a:srgbClr>
                </a:solidFill>
                <a:latin typeface="Lato Regular" pitchFamily="34" charset="0"/>
                <a:ea typeface="Lato Regular" pitchFamily="34" charset="-122"/>
                <a:cs typeface="Lato Regular" pitchFamily="34" charset="-120"/>
              </a:rPr>
              <a:t>As a new website, we rely on your support to grow, so please help us by sharing our site with your friends and colleagues. </a:t>
            </a:r>
            <a:endParaRPr lang="en-US" sz="3200" dirty="0"/>
          </a:p>
        </p:txBody>
      </p:sp>
      <p:sp>
        <p:nvSpPr>
          <p:cNvPr id="9" name="Text 4"/>
          <p:cNvSpPr/>
          <p:nvPr/>
        </p:nvSpPr>
        <p:spPr>
          <a:xfrm rot="16200000">
            <a:off x="22204468" y="8326859"/>
            <a:ext cx="3645356" cy="469900"/>
          </a:xfrm>
          <a:prstGeom prst="rect">
            <a:avLst/>
          </a:prstGeom>
          <a:noFill/>
          <a:ln/>
        </p:spPr>
        <p:txBody>
          <a:bodyPr wrap="square" lIns="0" tIns="0" rIns="0" bIns="0" rtlCol="0" anchor="t"/>
          <a:lstStyle/>
          <a:p>
            <a:pPr algn="l" indent="0" marL="0">
              <a:spcAft>
                <a:spcPts val="4000"/>
              </a:spcAft>
              <a:buNone/>
            </a:pPr>
            <a:r>
              <a:rPr lang="en-US" sz="2400" dirty="0">
                <a:solidFill>
                  <a:srgbClr val="000000">
                    <a:alpha val="100000"/>
                  </a:srgbClr>
                </a:solidFill>
                <a:latin typeface="Inter Regular" pitchFamily="34" charset="0"/>
                <a:ea typeface="Inter Regular" pitchFamily="34" charset="-122"/>
                <a:cs typeface="Inter Regular" pitchFamily="34" charset="-120"/>
              </a:rPr>
              <a:t>Credit | Image: </a:t>
            </a:r>
            <a:pPr algn="l" indent="0" marL="0">
              <a:spcAft>
                <a:spcPts val="4000"/>
              </a:spcAft>
              <a:buNone/>
            </a:pPr>
            <a:r>
              <a:rPr lang="en-US" sz="2400" u="sng" dirty="0">
                <a:solidFill>
                  <a:srgbClr val="000000">
                    <a:alpha val="100000"/>
                  </a:srgbClr>
                </a:solidFill>
                <a:latin typeface="Inter Regular" pitchFamily="34" charset="0"/>
                <a:ea typeface="Inter Regular" pitchFamily="34" charset="-122"/>
                <a:cs typeface="Inter Regular" pitchFamily="34" charset="-120"/>
                <a:hlinkClick r:id="rId6" invalidUrl="" action="" tgtFrame="" tooltip="Open https://unsplash.com/" history="1" highlightClick="0" endSnd="0">
                  <a:extLst>
                    <a:ext uri="{A12FA001-AC4F-418D-AE19-62706E023703}">
                      <ahyp:hlinkClr xmlns:ahyp="http://schemas.microsoft.com/office/drawing/2018/hyperlinkcolor" val="tx"/>
                    </a:ext>
                  </a:extLst>
                </a:hlinkClick>
              </a:rPr>
              <a:t>Unsplash</a:t>
            </a:r>
            <a:pPr algn="l" indent="0" marL="0">
              <a:spcAft>
                <a:spcPts val="4000"/>
              </a:spcAft>
              <a:buNone/>
            </a:pPr>
            <a:r>
              <a:rPr lang="en-US" sz="2400" dirty="0">
                <a:solidFill>
                  <a:srgbClr val="000000">
                    <a:alpha val="100000"/>
                  </a:srgbClr>
                </a:solidFill>
                <a:latin typeface="Inter Regular" pitchFamily="34" charset="0"/>
                <a:ea typeface="Inter Regular" pitchFamily="34" charset="-122"/>
                <a:cs typeface="Inter Regular" pitchFamily="34" charset="-120"/>
              </a:rPr>
              <a:t> </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2024-01-03T08:29:33Z</dcterms:created>
  <dcterms:modified xsi:type="dcterms:W3CDTF">2024-01-03T08:29:33Z</dcterms:modified>
</cp:coreProperties>
</file>